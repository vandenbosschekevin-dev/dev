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8" r:id="rId4"/>
  </p:sldMasterIdLst>
  <p:notesMasterIdLst>
    <p:notesMasterId r:id="rId121"/>
  </p:notesMasterIdLst>
  <p:handoutMasterIdLst>
    <p:handoutMasterId r:id="rId122"/>
  </p:handout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</p:sldIdLst>
  <p:sldSz cx="12192000" cy="6858000"/>
  <p:notesSz cx="6858000" cy="9144000"/>
  <p:embeddedFontLst>
    <p:embeddedFont>
      <p:font typeface="Overused Grotesk" panose="020B0604020202020204" charset="0"/>
      <p:regular r:id="rId123"/>
      <p:bold r:id="rId124"/>
      <p:italic r:id="rId125"/>
      <p:boldItalic r:id="rId126"/>
    </p:embeddedFont>
    <p:embeddedFont>
      <p:font typeface="Regnology Sans" panose="00000500000000000000" pitchFamily="2" charset="0"/>
      <p:regular r:id="rId127"/>
      <p:bold r:id="rId128"/>
      <p:italic r:id="rId129"/>
      <p:boldItalic r:id="rId130"/>
    </p:embeddedFont>
    <p:embeddedFont>
      <p:font typeface="Regnology Sans Medium" panose="00000600000000000000" pitchFamily="2" charset="0"/>
      <p:regular r:id="rId131"/>
      <p:bold r:id="rId132"/>
      <p:italic r:id="rId133"/>
      <p:boldItalic r:id="rId134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A9271E-495F-B1EE-1727-BC5820BE2EDC}" name="Yuxin Mao" initials="YM" userId="S::yuxin.mao@regnology.net::2c46a4ad-8bf5-4aa2-941f-e0962be5ac99" providerId="AD"/>
  <p188:author id="{BFE11B40-343B-84BA-0A82-9B6787250EDD}" name="Bertille Symoens" initials="" userId="S::bertille@slidor.fr::1b782b3a-ad76-43cd-92f5-70659137f8ff" providerId="AD"/>
  <p188:author id="{8C33DF48-2F5C-261F-E038-48B34F45C468}" name="Maciej Piechocki" initials="MP" userId="S::maciej.piechocki@regnology.net::cc5892cf-db26-4dcc-aa4f-925a82e2fbaf" providerId="AD"/>
  <p188:author id="{38AA6683-6B8C-B9B8-7C8E-634DE3171480}" name="Mireille Adebiyi" initials="MA" userId="S::mireille.adebiyi@regnology.net::e51ba15d-5fe4-40d2-b7dd-88d8078c8623" providerId="AD"/>
  <p188:author id="{6714C0E8-C626-B84E-CBEF-ECD3C41C764B}" name="Robin Piquemal" initials="RP" userId="S::robin@slidor.fr::0b8354b3-54c4-4a7d-b705-314e0e5d52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DEEEF"/>
    <a:srgbClr val="E1E3E9"/>
    <a:srgbClr val="464949"/>
    <a:srgbClr val="747979"/>
    <a:srgbClr val="E1E5E6"/>
    <a:srgbClr val="A0AAAA"/>
    <a:srgbClr val="EDEBEB"/>
    <a:srgbClr val="7F959E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55277-C956-4B00-9FFB-F4B328E2B0FC}" v="1" dt="2026-05-05T13:56:36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0" autoAdjust="0"/>
    <p:restoredTop sz="93444" autoAdjust="0"/>
  </p:normalViewPr>
  <p:slideViewPr>
    <p:cSldViewPr snapToGrid="0">
      <p:cViewPr varScale="1">
        <p:scale>
          <a:sx n="63" d="100"/>
          <a:sy n="63" d="100"/>
        </p:scale>
        <p:origin x="734" y="1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2" d="100"/>
        <a:sy n="102" d="100"/>
      </p:scale>
      <p:origin x="0" y="0"/>
    </p:cViewPr>
  </p:sorterViewPr>
  <p:notesViewPr>
    <p:cSldViewPr snapToGrid="0" showGuides="1">
      <p:cViewPr varScale="1">
        <p:scale>
          <a:sx n="107" d="100"/>
          <a:sy n="107" d="100"/>
        </p:scale>
        <p:origin x="5368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121" Type="http://schemas.openxmlformats.org/officeDocument/2006/relationships/notesMaster" Target="notesMasters/notesMaster1.xml"/><Relationship Id="rId122" Type="http://schemas.openxmlformats.org/officeDocument/2006/relationships/handoutMaster" Target="handoutMasters/handoutMaster1.xml"/><Relationship Id="rId123" Type="http://schemas.openxmlformats.org/officeDocument/2006/relationships/font" Target="fonts/font1.fntdata"/><Relationship Id="rId124" Type="http://schemas.openxmlformats.org/officeDocument/2006/relationships/font" Target="fonts/font2.fntdata"/><Relationship Id="rId125" Type="http://schemas.openxmlformats.org/officeDocument/2006/relationships/font" Target="fonts/font3.fntdata"/><Relationship Id="rId126" Type="http://schemas.openxmlformats.org/officeDocument/2006/relationships/font" Target="fonts/font4.fntdata"/><Relationship Id="rId127" Type="http://schemas.openxmlformats.org/officeDocument/2006/relationships/font" Target="fonts/font5.fntdata"/><Relationship Id="rId128" Type="http://schemas.openxmlformats.org/officeDocument/2006/relationships/font" Target="fonts/font6.fntdata"/><Relationship Id="rId129" Type="http://schemas.openxmlformats.org/officeDocument/2006/relationships/font" Target="fonts/font7.fntdata"/><Relationship Id="rId130" Type="http://schemas.openxmlformats.org/officeDocument/2006/relationships/font" Target="fonts/font8.fntdata"/><Relationship Id="rId131" Type="http://schemas.openxmlformats.org/officeDocument/2006/relationships/font" Target="fonts/font9.fntdata"/><Relationship Id="rId132" Type="http://schemas.openxmlformats.org/officeDocument/2006/relationships/font" Target="fonts/font10.fntdata"/><Relationship Id="rId133" Type="http://schemas.openxmlformats.org/officeDocument/2006/relationships/font" Target="fonts/font11.fntdata"/><Relationship Id="rId134" Type="http://schemas.openxmlformats.org/officeDocument/2006/relationships/font" Target="fonts/font12.fntdata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Relationship Id="rId139" Type="http://schemas.microsoft.com/office/2016/11/relationships/changesInfo" Target="changesInfos/changesInfo1.xml"/><Relationship Id="rId140" Type="http://schemas.microsoft.com/office/2015/10/relationships/revisionInfo" Target="revisionInfo.xml"/><Relationship Id="rId14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am Kuhn" userId="51c1ddae-361e-4ab0-b685-0056d87f26a8" providerId="ADAL" clId="{73BEC1F8-059A-4502-AC47-7FC1431781DF}"/>
    <pc:docChg chg="modSld">
      <pc:chgData name="Miriam Kuhn" userId="51c1ddae-361e-4ab0-b685-0056d87f26a8" providerId="ADAL" clId="{73BEC1F8-059A-4502-AC47-7FC1431781DF}" dt="2026-05-05T13:56:36.383" v="1" actId="164"/>
      <pc:docMkLst>
        <pc:docMk/>
      </pc:docMkLst>
      <pc:sldChg chg="addSp modSp mod">
        <pc:chgData name="Miriam Kuhn" userId="51c1ddae-361e-4ab0-b685-0056d87f26a8" providerId="ADAL" clId="{73BEC1F8-059A-4502-AC47-7FC1431781DF}" dt="2026-05-05T13:56:36.383" v="1" actId="164"/>
        <pc:sldMkLst>
          <pc:docMk/>
          <pc:sldMk cId="4028589322" sldId="2147483023"/>
        </pc:sldMkLst>
        <pc:spChg chg="mod">
          <ac:chgData name="Miriam Kuhn" userId="51c1ddae-361e-4ab0-b685-0056d87f26a8" providerId="ADAL" clId="{73BEC1F8-059A-4502-AC47-7FC1431781DF}" dt="2026-05-05T13:56:36.383" v="1" actId="164"/>
          <ac:spMkLst>
            <pc:docMk/>
            <pc:sldMk cId="4028589322" sldId="2147483023"/>
            <ac:spMk id="17" creationId="{E7A5BBA3-8A3A-668D-B260-6F97DA984E3D}"/>
          </ac:spMkLst>
        </pc:spChg>
        <pc:grpChg chg="add mod">
          <ac:chgData name="Miriam Kuhn" userId="51c1ddae-361e-4ab0-b685-0056d87f26a8" providerId="ADAL" clId="{73BEC1F8-059A-4502-AC47-7FC1431781DF}" dt="2026-05-05T13:56:36.383" v="1" actId="164"/>
          <ac:grpSpMkLst>
            <pc:docMk/>
            <pc:sldMk cId="4028589322" sldId="2147483023"/>
            <ac:grpSpMk id="10" creationId="{34A7309D-AC0C-3F51-92F5-3C52B8965FDA}"/>
          </ac:grpSpMkLst>
        </pc:grpChg>
        <pc:grpChg chg="mod">
          <ac:chgData name="Miriam Kuhn" userId="51c1ddae-361e-4ab0-b685-0056d87f26a8" providerId="ADAL" clId="{73BEC1F8-059A-4502-AC47-7FC1431781DF}" dt="2026-05-05T13:56:36.383" v="1" actId="164"/>
          <ac:grpSpMkLst>
            <pc:docMk/>
            <pc:sldMk cId="4028589322" sldId="2147483023"/>
            <ac:grpSpMk id="15" creationId="{B2B51E8C-AEE1-248A-FD76-5B2972788177}"/>
          </ac:grpSpMkLst>
        </pc:gr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6A79CF-2B02-4137-8279-EA934F61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8" indent="-3776663"/>
            <a:endParaRPr lang="en-US" sz="1200" dirty="0">
              <a:latin typeface="Regnology Sans" panose="000005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03551-EB9A-42AA-9483-3B0B6B2A80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2" indent="-1671637" algn="r"/>
            <a:fld id="{5A092A84-88E3-4E55-BC89-2E22D04B36AF}" type="datetimeFigureOut">
              <a:rPr lang="en-US" sz="1200" smtClean="0">
                <a:latin typeface="Regnology Sans" panose="00000500000000000000" pitchFamily="2" charset="0"/>
              </a:rPr>
              <a:pPr lvl="2" indent="-1671637" algn="r"/>
              <a:t>05-May-26</a:t>
            </a:fld>
            <a:endParaRPr lang="en-US" sz="1200" dirty="0">
              <a:latin typeface="Regnology Sans" panose="000005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33642-8098-4806-9C28-E0BDD7DD46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Regnology Sa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BE17B-830C-4745-A751-A926C1E64D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68D62-3B33-4BE4-9092-43A91E0F3372}" type="slidenum">
              <a:rPr lang="en-US" smtClean="0">
                <a:latin typeface="Regnology Sans" panose="00000500000000000000" pitchFamily="2" charset="0"/>
              </a:rPr>
              <a:t>‹#›</a:t>
            </a:fld>
            <a:endParaRPr lang="en-US" dirty="0">
              <a:latin typeface="Regnology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034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lt"/>
              </a:defRPr>
            </a:lvl1pPr>
          </a:lstStyle>
          <a:p>
            <a:fld id="{3F241697-52CE-496B-916C-9D866C4CED87}" type="datetimeFigureOut">
              <a:rPr lang="de-DE" smtClean="0"/>
              <a:pPr/>
              <a:t>05.05.2026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3175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lt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lt"/>
              </a:defRPr>
            </a:lvl1pPr>
          </a:lstStyle>
          <a:p>
            <a:fld id="{26CC3D79-FE5C-4C5C-91D2-A336B02E7D2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836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600"/>
      </a:spcBef>
      <a:defRPr sz="1200" kern="1200">
        <a:solidFill>
          <a:schemeClr val="tx1"/>
        </a:solidFill>
        <a:latin typeface="+mj-lt"/>
        <a:ea typeface="+mn-ea"/>
        <a:cs typeface="+mn-cs"/>
      </a:defRPr>
    </a:lvl2pPr>
    <a:lvl3pPr marL="288000" indent="-288000" algn="l" defTabSz="914400" rtl="0" eaLnBrk="1" latinLnBrk="0" hangingPunct="1">
      <a:lnSpc>
        <a:spcPct val="120000"/>
      </a:lnSpc>
      <a:spcBef>
        <a:spcPts val="600"/>
      </a:spcBef>
      <a:buClr>
        <a:schemeClr val="accent4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j-lt"/>
        <a:ea typeface="+mn-ea"/>
        <a:cs typeface="+mn-cs"/>
      </a:defRPr>
    </a:lvl3pPr>
    <a:lvl4pPr marL="576000" indent="-288000" algn="l" defTabSz="914400" rtl="0" eaLnBrk="1" latinLnBrk="0" hangingPunct="1">
      <a:lnSpc>
        <a:spcPct val="120000"/>
      </a:lnSpc>
      <a:spcBef>
        <a:spcPts val="600"/>
      </a:spcBef>
      <a:buClr>
        <a:schemeClr val="accent4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j-lt"/>
        <a:ea typeface="+mn-ea"/>
        <a:cs typeface="+mn-cs"/>
      </a:defRPr>
    </a:lvl4pPr>
    <a:lvl5pPr marL="576000" indent="-288000" algn="l" defTabSz="914400" rtl="0" eaLnBrk="1" latinLnBrk="0" hangingPunct="1">
      <a:lnSpc>
        <a:spcPct val="120000"/>
      </a:lnSpc>
      <a:spcBef>
        <a:spcPts val="600"/>
      </a:spcBef>
      <a:buClr>
        <a:schemeClr val="accent4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j-lt"/>
        <a:ea typeface="+mn-ea"/>
        <a:cs typeface="+mn-cs"/>
      </a:defRPr>
    </a:lvl5pPr>
    <a:lvl6pPr marL="576000" indent="-288000" algn="l" defTabSz="914400" rtl="0" eaLnBrk="1" latinLnBrk="0" hangingPunct="1">
      <a:lnSpc>
        <a:spcPct val="120000"/>
      </a:lnSpc>
      <a:spcBef>
        <a:spcPts val="600"/>
      </a:spcBef>
      <a:buClr>
        <a:schemeClr val="accent4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j-lt"/>
        <a:ea typeface="+mn-ea"/>
        <a:cs typeface="+mn-cs"/>
      </a:defRPr>
    </a:lvl6pPr>
    <a:lvl7pPr marL="576000" indent="-288000" algn="l" defTabSz="914400" rtl="0" eaLnBrk="1" latinLnBrk="0" hangingPunct="1">
      <a:lnSpc>
        <a:spcPct val="120000"/>
      </a:lnSpc>
      <a:spcBef>
        <a:spcPts val="600"/>
      </a:spcBef>
      <a:buClr>
        <a:schemeClr val="accent4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j-lt"/>
        <a:ea typeface="+mn-ea"/>
        <a:cs typeface="+mn-cs"/>
      </a:defRPr>
    </a:lvl7pPr>
    <a:lvl8pPr marL="576000" indent="-288000" algn="l" defTabSz="914400" rtl="0" eaLnBrk="1" latinLnBrk="0" hangingPunct="1">
      <a:lnSpc>
        <a:spcPct val="120000"/>
      </a:lnSpc>
      <a:spcBef>
        <a:spcPts val="600"/>
      </a:spcBef>
      <a:buClr>
        <a:schemeClr val="accent4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j-lt"/>
        <a:ea typeface="+mn-ea"/>
        <a:cs typeface="+mn-cs"/>
      </a:defRPr>
    </a:lvl8pPr>
    <a:lvl9pPr marL="576000" indent="-288000" algn="l" defTabSz="914400" rtl="0" eaLnBrk="1" latinLnBrk="0" hangingPunct="1">
      <a:lnSpc>
        <a:spcPct val="120000"/>
      </a:lnSpc>
      <a:spcBef>
        <a:spcPts val="600"/>
      </a:spcBef>
      <a:buClr>
        <a:schemeClr val="accent4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j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5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microsoft.com/office/2007/relationships/hdphoto" Target="../media/hdphoto1.wdp"/><Relationship Id="rId5" Type="http://schemas.openxmlformats.org/officeDocument/2006/relationships/image" Target="../media/image18.jp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Relationship Id="rId3" Type="http://schemas.openxmlformats.org/officeDocument/2006/relationships/image" Target="../media/image2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E1659B9-FC07-36ED-1532-4E2BE42B091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D90BB3-7786-99D0-BDDB-DC3C2B3231F2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73BA987-8AC9-A87F-3730-D41ADE781E19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481043B-BC8B-BAC9-0BB5-CD9D396D1FC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3E9630-714F-6DD6-150C-72DEB7E15DED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342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E7798-3B73-B1A9-E767-5A5A4CD9E4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84FEDED3-14E9-D053-23C5-0C31192447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5875200"/>
            <a:ext cx="1507333" cy="342000"/>
          </a:xfrm>
          <a:prstGeom prst="rect">
            <a:avLst/>
          </a:prstGeom>
        </p:spPr>
      </p:pic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19325D14-5CC4-280A-8E47-B896027B7A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720000"/>
            <a:ext cx="953671" cy="348988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</p:spPr>
        <p:txBody>
          <a:bodyPr wrap="none" lIns="108000" tIns="36000" rIns="108000" bIns="39600" anchor="ctr">
            <a:spAutoFit/>
          </a:bodyPr>
          <a:lstStyle>
            <a:lvl1pPr algn="l">
              <a:buNone/>
              <a:defRPr sz="10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57" name="Graphic 499">
            <a:extLst>
              <a:ext uri="{FF2B5EF4-FFF2-40B4-BE49-F238E27FC236}">
                <a16:creationId xmlns:a16="http://schemas.microsoft.com/office/drawing/2014/main" id="{593078FE-A08B-B19F-7638-71D12358BDFD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8" name="Graphic 499">
            <a:extLst>
              <a:ext uri="{FF2B5EF4-FFF2-40B4-BE49-F238E27FC236}">
                <a16:creationId xmlns:a16="http://schemas.microsoft.com/office/drawing/2014/main" id="{8B95C8ED-F2CF-2FCF-16B3-67FE594A737A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9" name="Graphic 499">
            <a:extLst>
              <a:ext uri="{FF2B5EF4-FFF2-40B4-BE49-F238E27FC236}">
                <a16:creationId xmlns:a16="http://schemas.microsoft.com/office/drawing/2014/main" id="{0775509C-387F-E75C-A44E-3A0D1061FD62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0" name="Graphic 499">
            <a:extLst>
              <a:ext uri="{FF2B5EF4-FFF2-40B4-BE49-F238E27FC236}">
                <a16:creationId xmlns:a16="http://schemas.microsoft.com/office/drawing/2014/main" id="{F4E37471-BF7D-3E2D-4DCF-A3EB237E0853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1" name="Title 5">
            <a:extLst>
              <a:ext uri="{FF2B5EF4-FFF2-40B4-BE49-F238E27FC236}">
                <a16:creationId xmlns:a16="http://schemas.microsoft.com/office/drawing/2014/main" id="{727E614A-92C6-470A-7E09-9690320D1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378800"/>
            <a:ext cx="6511380" cy="1886670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/>
            </a:r>
          </a:p>
        </p:txBody>
      </p:sp>
      <p:sp>
        <p:nvSpPr>
          <p:cNvPr id="62" name="Text Placeholder 141">
            <a:extLst>
              <a:ext uri="{FF2B5EF4-FFF2-40B4-BE49-F238E27FC236}">
                <a16:creationId xmlns:a16="http://schemas.microsoft.com/office/drawing/2014/main" id="{35C38DE2-0467-57D6-1BA9-CFB0A3B528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6" y="3401441"/>
            <a:ext cx="6131807" cy="54463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14000"/>
              </a:lnSpc>
              <a:buFont typeface="Arial" panose="020B0604020202020204" pitchFamily="34" charset="0"/>
              <a:buNone/>
              <a:defRPr sz="16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DED219-D8A6-7907-9999-8597E3617EAB}"/>
              </a:ext>
            </a:extLst>
          </p:cNvPr>
          <p:cNvGrpSpPr/>
          <p:nvPr userDrawn="1"/>
        </p:nvGrpSpPr>
        <p:grpSpPr>
          <a:xfrm>
            <a:off x="8979313" y="3402000"/>
            <a:ext cx="2964321" cy="3234000"/>
            <a:chOff x="8979313" y="3402000"/>
            <a:chExt cx="2964321" cy="3234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0FA2D43-8B98-C1D1-92E8-5C9F8C255826}"/>
                </a:ext>
              </a:extLst>
            </p:cNvPr>
            <p:cNvSpPr/>
            <p:nvPr/>
          </p:nvSpPr>
          <p:spPr bwMode="gray">
            <a:xfrm flipH="1">
              <a:off x="11307568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B412B1B-2BEF-74D8-3BBA-18D2C0252AAB}"/>
                </a:ext>
              </a:extLst>
            </p:cNvPr>
            <p:cNvSpPr/>
            <p:nvPr/>
          </p:nvSpPr>
          <p:spPr bwMode="gray">
            <a:xfrm flipH="1">
              <a:off x="10143439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ACB715B-0045-A9DD-21C2-96258A788E60}"/>
                </a:ext>
              </a:extLst>
            </p:cNvPr>
            <p:cNvSpPr/>
            <p:nvPr/>
          </p:nvSpPr>
          <p:spPr bwMode="gray">
            <a:xfrm flipH="1">
              <a:off x="10725502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1C70340-8391-E8BC-B10B-59BF11C7CEE3}"/>
                </a:ext>
              </a:extLst>
            </p:cNvPr>
            <p:cNvSpPr/>
            <p:nvPr/>
          </p:nvSpPr>
          <p:spPr bwMode="gray">
            <a:xfrm flipH="1">
              <a:off x="9561376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B991A6F-9BD9-5022-8AD9-64937DEDFA0C}"/>
                </a:ext>
              </a:extLst>
            </p:cNvPr>
            <p:cNvSpPr/>
            <p:nvPr/>
          </p:nvSpPr>
          <p:spPr bwMode="gray">
            <a:xfrm flipH="1">
              <a:off x="11599200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9DA74BC-37E3-737E-8293-17A06A0150BE}"/>
                </a:ext>
              </a:extLst>
            </p:cNvPr>
            <p:cNvSpPr/>
            <p:nvPr/>
          </p:nvSpPr>
          <p:spPr bwMode="gray">
            <a:xfrm flipH="1">
              <a:off x="10435071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8F1E992-B7C1-BEAE-1C50-3AEC38456CAA}"/>
                </a:ext>
              </a:extLst>
            </p:cNvPr>
            <p:cNvSpPr/>
            <p:nvPr/>
          </p:nvSpPr>
          <p:spPr bwMode="gray">
            <a:xfrm flipH="1">
              <a:off x="9270945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02D89EF-58D6-77AD-0AE5-18E723056688}"/>
                </a:ext>
              </a:extLst>
            </p:cNvPr>
            <p:cNvSpPr/>
            <p:nvPr/>
          </p:nvSpPr>
          <p:spPr bwMode="gray">
            <a:xfrm flipH="1">
              <a:off x="9853008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5E1874-6841-19FB-3AA9-84A00F35F81B}"/>
                </a:ext>
              </a:extLst>
            </p:cNvPr>
            <p:cNvSpPr/>
            <p:nvPr/>
          </p:nvSpPr>
          <p:spPr bwMode="gray">
            <a:xfrm flipH="1">
              <a:off x="11017134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A962D7F-FA50-FE53-508F-230FEF4B9840}"/>
                </a:ext>
              </a:extLst>
            </p:cNvPr>
            <p:cNvSpPr/>
            <p:nvPr/>
          </p:nvSpPr>
          <p:spPr bwMode="gray">
            <a:xfrm flipH="1">
              <a:off x="11307568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301F451-1FF6-8C31-ED5F-EEFAC9E6B75F}"/>
                </a:ext>
              </a:extLst>
            </p:cNvPr>
            <p:cNvSpPr/>
            <p:nvPr/>
          </p:nvSpPr>
          <p:spPr bwMode="gray">
            <a:xfrm flipH="1">
              <a:off x="11599200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A088D60-2D4A-F28E-DF34-506FC0D19EFF}"/>
                </a:ext>
              </a:extLst>
            </p:cNvPr>
            <p:cNvSpPr/>
            <p:nvPr/>
          </p:nvSpPr>
          <p:spPr bwMode="gray">
            <a:xfrm flipH="1">
              <a:off x="11017134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40B97BD-3AE3-516E-F1D3-1938D33C06EA}"/>
                </a:ext>
              </a:extLst>
            </p:cNvPr>
            <p:cNvSpPr/>
            <p:nvPr/>
          </p:nvSpPr>
          <p:spPr bwMode="gray">
            <a:xfrm flipH="1">
              <a:off x="11307568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D1B6FDB-FAD1-6990-8B21-3F4168772E19}"/>
                </a:ext>
              </a:extLst>
            </p:cNvPr>
            <p:cNvSpPr/>
            <p:nvPr/>
          </p:nvSpPr>
          <p:spPr bwMode="gray">
            <a:xfrm flipH="1">
              <a:off x="10725502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5C83FE0-4F2D-B065-FC3A-D61393C4A112}"/>
                </a:ext>
              </a:extLst>
            </p:cNvPr>
            <p:cNvSpPr/>
            <p:nvPr/>
          </p:nvSpPr>
          <p:spPr bwMode="gray">
            <a:xfrm flipH="1">
              <a:off x="11599200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E98B844-63F4-7DD3-439A-93C7CEC84F25}"/>
                </a:ext>
              </a:extLst>
            </p:cNvPr>
            <p:cNvSpPr/>
            <p:nvPr/>
          </p:nvSpPr>
          <p:spPr bwMode="gray">
            <a:xfrm flipH="1">
              <a:off x="10435071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E0F45BD-0974-D69A-C809-C6059210596D}"/>
                </a:ext>
              </a:extLst>
            </p:cNvPr>
            <p:cNvSpPr/>
            <p:nvPr/>
          </p:nvSpPr>
          <p:spPr bwMode="gray">
            <a:xfrm flipH="1">
              <a:off x="11017134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7914643-9FE7-77C2-F7CC-B5C830152EB8}"/>
                </a:ext>
              </a:extLst>
            </p:cNvPr>
            <p:cNvSpPr/>
            <p:nvPr/>
          </p:nvSpPr>
          <p:spPr bwMode="gray">
            <a:xfrm flipH="1">
              <a:off x="11307568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23582ED-C746-C591-6DF2-1D621DC42E86}"/>
                </a:ext>
              </a:extLst>
            </p:cNvPr>
            <p:cNvSpPr/>
            <p:nvPr/>
          </p:nvSpPr>
          <p:spPr bwMode="gray">
            <a:xfrm flipH="1">
              <a:off x="10143439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CA0692F-41A7-E07D-A98A-5CD11126233A}"/>
                </a:ext>
              </a:extLst>
            </p:cNvPr>
            <p:cNvSpPr/>
            <p:nvPr/>
          </p:nvSpPr>
          <p:spPr bwMode="gray">
            <a:xfrm flipH="1">
              <a:off x="10725502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C87C3B3-109D-E72E-C086-1B0AFE273198}"/>
                </a:ext>
              </a:extLst>
            </p:cNvPr>
            <p:cNvSpPr/>
            <p:nvPr/>
          </p:nvSpPr>
          <p:spPr bwMode="gray">
            <a:xfrm flipH="1">
              <a:off x="11599200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11B4CA7-8E53-DBB9-EE82-CACC514A27F8}"/>
                </a:ext>
              </a:extLst>
            </p:cNvPr>
            <p:cNvSpPr/>
            <p:nvPr/>
          </p:nvSpPr>
          <p:spPr bwMode="gray">
            <a:xfrm flipH="1">
              <a:off x="10435071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6DFEC97-DBBF-D326-3495-B88EA9901274}"/>
                </a:ext>
              </a:extLst>
            </p:cNvPr>
            <p:cNvSpPr/>
            <p:nvPr/>
          </p:nvSpPr>
          <p:spPr bwMode="gray">
            <a:xfrm flipH="1">
              <a:off x="9853008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4B0A2C3-FE92-678B-A38C-323C0FA910A0}"/>
                </a:ext>
              </a:extLst>
            </p:cNvPr>
            <p:cNvSpPr/>
            <p:nvPr/>
          </p:nvSpPr>
          <p:spPr bwMode="gray">
            <a:xfrm flipH="1">
              <a:off x="11017134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FDBF5BB-477B-84E2-2621-D38525E7EEDB}"/>
                </a:ext>
              </a:extLst>
            </p:cNvPr>
            <p:cNvSpPr/>
            <p:nvPr/>
          </p:nvSpPr>
          <p:spPr bwMode="gray">
            <a:xfrm flipH="1">
              <a:off x="11307568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68E5552-8AB3-75B1-4B72-463CD8F6B8D0}"/>
                </a:ext>
              </a:extLst>
            </p:cNvPr>
            <p:cNvSpPr/>
            <p:nvPr/>
          </p:nvSpPr>
          <p:spPr bwMode="gray">
            <a:xfrm flipH="1">
              <a:off x="10143439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E524AB6-06C2-7B95-434C-3FE34149D4D6}"/>
                </a:ext>
              </a:extLst>
            </p:cNvPr>
            <p:cNvSpPr/>
            <p:nvPr/>
          </p:nvSpPr>
          <p:spPr bwMode="gray">
            <a:xfrm flipH="1">
              <a:off x="10725502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E05706A-8569-5777-E6FF-34569A2E2508}"/>
                </a:ext>
              </a:extLst>
            </p:cNvPr>
            <p:cNvSpPr/>
            <p:nvPr/>
          </p:nvSpPr>
          <p:spPr bwMode="gray">
            <a:xfrm flipH="1">
              <a:off x="8979313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A88F644-BE58-12BB-975A-3E846B656A37}"/>
                </a:ext>
              </a:extLst>
            </p:cNvPr>
            <p:cNvSpPr/>
            <p:nvPr/>
          </p:nvSpPr>
          <p:spPr bwMode="gray">
            <a:xfrm flipH="1">
              <a:off x="9561376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A96A961-47BB-7470-5C7C-282B0A798976}"/>
                </a:ext>
              </a:extLst>
            </p:cNvPr>
            <p:cNvSpPr/>
            <p:nvPr/>
          </p:nvSpPr>
          <p:spPr bwMode="gray">
            <a:xfrm flipH="1">
              <a:off x="11889634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7736E74-2335-69F1-E464-79D5B75ED6D0}"/>
                </a:ext>
              </a:extLst>
            </p:cNvPr>
            <p:cNvSpPr/>
            <p:nvPr/>
          </p:nvSpPr>
          <p:spPr bwMode="gray">
            <a:xfrm flipH="1">
              <a:off x="11889634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599379E-C606-A281-3C27-FD60FDDC7433}"/>
                </a:ext>
              </a:extLst>
            </p:cNvPr>
            <p:cNvSpPr/>
            <p:nvPr/>
          </p:nvSpPr>
          <p:spPr bwMode="gray">
            <a:xfrm flipH="1">
              <a:off x="11889634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87D6CE6-7EC0-9916-6CD7-DAB8163FC6EA}"/>
                </a:ext>
              </a:extLst>
            </p:cNvPr>
            <p:cNvSpPr/>
            <p:nvPr/>
          </p:nvSpPr>
          <p:spPr bwMode="gray">
            <a:xfrm flipH="1">
              <a:off x="11889634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62F08AB-87DA-8C8F-F910-233304B97B26}"/>
                </a:ext>
              </a:extLst>
            </p:cNvPr>
            <p:cNvSpPr/>
            <p:nvPr/>
          </p:nvSpPr>
          <p:spPr bwMode="gray">
            <a:xfrm flipH="1">
              <a:off x="11599200" y="3720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3195EBF-D74A-9BF9-00B5-A048EE2F35F5}"/>
                </a:ext>
              </a:extLst>
            </p:cNvPr>
            <p:cNvSpPr/>
            <p:nvPr/>
          </p:nvSpPr>
          <p:spPr bwMode="gray">
            <a:xfrm flipH="1">
              <a:off x="11889634" y="3402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0271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04B23D-8D7E-7ACB-57AD-F482B0C74A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84FEDED3-14E9-D053-23C5-0C31192447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5875200"/>
            <a:ext cx="1507333" cy="342000"/>
          </a:xfrm>
          <a:prstGeom prst="rect">
            <a:avLst/>
          </a:prstGeom>
        </p:spPr>
      </p:pic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19325D14-5CC4-280A-8E47-B896027B7A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720000"/>
            <a:ext cx="953671" cy="348988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</p:spPr>
        <p:txBody>
          <a:bodyPr wrap="none" lIns="108000" tIns="36000" rIns="108000" bIns="39600" anchor="ctr">
            <a:spAutoFit/>
          </a:bodyPr>
          <a:lstStyle>
            <a:lvl1pPr algn="l">
              <a:buNone/>
              <a:defRPr sz="10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57" name="Graphic 499">
            <a:extLst>
              <a:ext uri="{FF2B5EF4-FFF2-40B4-BE49-F238E27FC236}">
                <a16:creationId xmlns:a16="http://schemas.microsoft.com/office/drawing/2014/main" id="{593078FE-A08B-B19F-7638-71D12358BDFD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8" name="Graphic 499">
            <a:extLst>
              <a:ext uri="{FF2B5EF4-FFF2-40B4-BE49-F238E27FC236}">
                <a16:creationId xmlns:a16="http://schemas.microsoft.com/office/drawing/2014/main" id="{8B95C8ED-F2CF-2FCF-16B3-67FE594A737A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9" name="Graphic 499">
            <a:extLst>
              <a:ext uri="{FF2B5EF4-FFF2-40B4-BE49-F238E27FC236}">
                <a16:creationId xmlns:a16="http://schemas.microsoft.com/office/drawing/2014/main" id="{0775509C-387F-E75C-A44E-3A0D1061FD62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0" name="Graphic 499">
            <a:extLst>
              <a:ext uri="{FF2B5EF4-FFF2-40B4-BE49-F238E27FC236}">
                <a16:creationId xmlns:a16="http://schemas.microsoft.com/office/drawing/2014/main" id="{F4E37471-BF7D-3E2D-4DCF-A3EB237E0853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1" name="Title 5">
            <a:extLst>
              <a:ext uri="{FF2B5EF4-FFF2-40B4-BE49-F238E27FC236}">
                <a16:creationId xmlns:a16="http://schemas.microsoft.com/office/drawing/2014/main" id="{727E614A-92C6-470A-7E09-9690320D1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378800"/>
            <a:ext cx="6511380" cy="1886670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/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DED219-D8A6-7907-9999-8597E3617EAB}"/>
              </a:ext>
            </a:extLst>
          </p:cNvPr>
          <p:cNvGrpSpPr/>
          <p:nvPr userDrawn="1"/>
        </p:nvGrpSpPr>
        <p:grpSpPr>
          <a:xfrm>
            <a:off x="8979313" y="3402000"/>
            <a:ext cx="2964321" cy="3234000"/>
            <a:chOff x="8979313" y="3402000"/>
            <a:chExt cx="2964321" cy="3234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0FA2D43-8B98-C1D1-92E8-5C9F8C255826}"/>
                </a:ext>
              </a:extLst>
            </p:cNvPr>
            <p:cNvSpPr/>
            <p:nvPr/>
          </p:nvSpPr>
          <p:spPr bwMode="gray">
            <a:xfrm flipH="1">
              <a:off x="11307568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B412B1B-2BEF-74D8-3BBA-18D2C0252AAB}"/>
                </a:ext>
              </a:extLst>
            </p:cNvPr>
            <p:cNvSpPr/>
            <p:nvPr/>
          </p:nvSpPr>
          <p:spPr bwMode="gray">
            <a:xfrm flipH="1">
              <a:off x="10143439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ACB715B-0045-A9DD-21C2-96258A788E60}"/>
                </a:ext>
              </a:extLst>
            </p:cNvPr>
            <p:cNvSpPr/>
            <p:nvPr/>
          </p:nvSpPr>
          <p:spPr bwMode="gray">
            <a:xfrm flipH="1">
              <a:off x="10725502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1C70340-8391-E8BC-B10B-59BF11C7CEE3}"/>
                </a:ext>
              </a:extLst>
            </p:cNvPr>
            <p:cNvSpPr/>
            <p:nvPr/>
          </p:nvSpPr>
          <p:spPr bwMode="gray">
            <a:xfrm flipH="1">
              <a:off x="9561376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B991A6F-9BD9-5022-8AD9-64937DEDFA0C}"/>
                </a:ext>
              </a:extLst>
            </p:cNvPr>
            <p:cNvSpPr/>
            <p:nvPr/>
          </p:nvSpPr>
          <p:spPr bwMode="gray">
            <a:xfrm flipH="1">
              <a:off x="11599200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9DA74BC-37E3-737E-8293-17A06A0150BE}"/>
                </a:ext>
              </a:extLst>
            </p:cNvPr>
            <p:cNvSpPr/>
            <p:nvPr/>
          </p:nvSpPr>
          <p:spPr bwMode="gray">
            <a:xfrm flipH="1">
              <a:off x="10435071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8F1E992-B7C1-BEAE-1C50-3AEC38456CAA}"/>
                </a:ext>
              </a:extLst>
            </p:cNvPr>
            <p:cNvSpPr/>
            <p:nvPr/>
          </p:nvSpPr>
          <p:spPr bwMode="gray">
            <a:xfrm flipH="1">
              <a:off x="9270945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02D89EF-58D6-77AD-0AE5-18E723056688}"/>
                </a:ext>
              </a:extLst>
            </p:cNvPr>
            <p:cNvSpPr/>
            <p:nvPr/>
          </p:nvSpPr>
          <p:spPr bwMode="gray">
            <a:xfrm flipH="1">
              <a:off x="9853008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5E1874-6841-19FB-3AA9-84A00F35F81B}"/>
                </a:ext>
              </a:extLst>
            </p:cNvPr>
            <p:cNvSpPr/>
            <p:nvPr/>
          </p:nvSpPr>
          <p:spPr bwMode="gray">
            <a:xfrm flipH="1">
              <a:off x="11017134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A962D7F-FA50-FE53-508F-230FEF4B9840}"/>
                </a:ext>
              </a:extLst>
            </p:cNvPr>
            <p:cNvSpPr/>
            <p:nvPr/>
          </p:nvSpPr>
          <p:spPr bwMode="gray">
            <a:xfrm flipH="1">
              <a:off x="11307568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301F451-1FF6-8C31-ED5F-EEFAC9E6B75F}"/>
                </a:ext>
              </a:extLst>
            </p:cNvPr>
            <p:cNvSpPr/>
            <p:nvPr/>
          </p:nvSpPr>
          <p:spPr bwMode="gray">
            <a:xfrm flipH="1">
              <a:off x="11599200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A088D60-2D4A-F28E-DF34-506FC0D19EFF}"/>
                </a:ext>
              </a:extLst>
            </p:cNvPr>
            <p:cNvSpPr/>
            <p:nvPr/>
          </p:nvSpPr>
          <p:spPr bwMode="gray">
            <a:xfrm flipH="1">
              <a:off x="11017134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40B97BD-3AE3-516E-F1D3-1938D33C06EA}"/>
                </a:ext>
              </a:extLst>
            </p:cNvPr>
            <p:cNvSpPr/>
            <p:nvPr/>
          </p:nvSpPr>
          <p:spPr bwMode="gray">
            <a:xfrm flipH="1">
              <a:off x="11307568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D1B6FDB-FAD1-6990-8B21-3F4168772E19}"/>
                </a:ext>
              </a:extLst>
            </p:cNvPr>
            <p:cNvSpPr/>
            <p:nvPr/>
          </p:nvSpPr>
          <p:spPr bwMode="gray">
            <a:xfrm flipH="1">
              <a:off x="10725502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5C83FE0-4F2D-B065-FC3A-D61393C4A112}"/>
                </a:ext>
              </a:extLst>
            </p:cNvPr>
            <p:cNvSpPr/>
            <p:nvPr/>
          </p:nvSpPr>
          <p:spPr bwMode="gray">
            <a:xfrm flipH="1">
              <a:off x="11599200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E98B844-63F4-7DD3-439A-93C7CEC84F25}"/>
                </a:ext>
              </a:extLst>
            </p:cNvPr>
            <p:cNvSpPr/>
            <p:nvPr/>
          </p:nvSpPr>
          <p:spPr bwMode="gray">
            <a:xfrm flipH="1">
              <a:off x="10435071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E0F45BD-0974-D69A-C809-C6059210596D}"/>
                </a:ext>
              </a:extLst>
            </p:cNvPr>
            <p:cNvSpPr/>
            <p:nvPr/>
          </p:nvSpPr>
          <p:spPr bwMode="gray">
            <a:xfrm flipH="1">
              <a:off x="11017134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7914643-9FE7-77C2-F7CC-B5C830152EB8}"/>
                </a:ext>
              </a:extLst>
            </p:cNvPr>
            <p:cNvSpPr/>
            <p:nvPr/>
          </p:nvSpPr>
          <p:spPr bwMode="gray">
            <a:xfrm flipH="1">
              <a:off x="11307568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23582ED-C746-C591-6DF2-1D621DC42E86}"/>
                </a:ext>
              </a:extLst>
            </p:cNvPr>
            <p:cNvSpPr/>
            <p:nvPr/>
          </p:nvSpPr>
          <p:spPr bwMode="gray">
            <a:xfrm flipH="1">
              <a:off x="10143439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CA0692F-41A7-E07D-A98A-5CD11126233A}"/>
                </a:ext>
              </a:extLst>
            </p:cNvPr>
            <p:cNvSpPr/>
            <p:nvPr/>
          </p:nvSpPr>
          <p:spPr bwMode="gray">
            <a:xfrm flipH="1">
              <a:off x="10725502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C87C3B3-109D-E72E-C086-1B0AFE273198}"/>
                </a:ext>
              </a:extLst>
            </p:cNvPr>
            <p:cNvSpPr/>
            <p:nvPr/>
          </p:nvSpPr>
          <p:spPr bwMode="gray">
            <a:xfrm flipH="1">
              <a:off x="11599200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11B4CA7-8E53-DBB9-EE82-CACC514A27F8}"/>
                </a:ext>
              </a:extLst>
            </p:cNvPr>
            <p:cNvSpPr/>
            <p:nvPr/>
          </p:nvSpPr>
          <p:spPr bwMode="gray">
            <a:xfrm flipH="1">
              <a:off x="10435071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6DFEC97-DBBF-D326-3495-B88EA9901274}"/>
                </a:ext>
              </a:extLst>
            </p:cNvPr>
            <p:cNvSpPr/>
            <p:nvPr/>
          </p:nvSpPr>
          <p:spPr bwMode="gray">
            <a:xfrm flipH="1">
              <a:off x="9853008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4B0A2C3-FE92-678B-A38C-323C0FA910A0}"/>
                </a:ext>
              </a:extLst>
            </p:cNvPr>
            <p:cNvSpPr/>
            <p:nvPr/>
          </p:nvSpPr>
          <p:spPr bwMode="gray">
            <a:xfrm flipH="1">
              <a:off x="11017134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FDBF5BB-477B-84E2-2621-D38525E7EEDB}"/>
                </a:ext>
              </a:extLst>
            </p:cNvPr>
            <p:cNvSpPr/>
            <p:nvPr/>
          </p:nvSpPr>
          <p:spPr bwMode="gray">
            <a:xfrm flipH="1">
              <a:off x="11307568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68E5552-8AB3-75B1-4B72-463CD8F6B8D0}"/>
                </a:ext>
              </a:extLst>
            </p:cNvPr>
            <p:cNvSpPr/>
            <p:nvPr/>
          </p:nvSpPr>
          <p:spPr bwMode="gray">
            <a:xfrm flipH="1">
              <a:off x="10143439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E524AB6-06C2-7B95-434C-3FE34149D4D6}"/>
                </a:ext>
              </a:extLst>
            </p:cNvPr>
            <p:cNvSpPr/>
            <p:nvPr/>
          </p:nvSpPr>
          <p:spPr bwMode="gray">
            <a:xfrm flipH="1">
              <a:off x="10725502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E05706A-8569-5777-E6FF-34569A2E2508}"/>
                </a:ext>
              </a:extLst>
            </p:cNvPr>
            <p:cNvSpPr/>
            <p:nvPr/>
          </p:nvSpPr>
          <p:spPr bwMode="gray">
            <a:xfrm flipH="1">
              <a:off x="8979313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A88F644-BE58-12BB-975A-3E846B656A37}"/>
                </a:ext>
              </a:extLst>
            </p:cNvPr>
            <p:cNvSpPr/>
            <p:nvPr/>
          </p:nvSpPr>
          <p:spPr bwMode="gray">
            <a:xfrm flipH="1">
              <a:off x="9561376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A96A961-47BB-7470-5C7C-282B0A798976}"/>
                </a:ext>
              </a:extLst>
            </p:cNvPr>
            <p:cNvSpPr/>
            <p:nvPr/>
          </p:nvSpPr>
          <p:spPr bwMode="gray">
            <a:xfrm flipH="1">
              <a:off x="11889634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7736E74-2335-69F1-E464-79D5B75ED6D0}"/>
                </a:ext>
              </a:extLst>
            </p:cNvPr>
            <p:cNvSpPr/>
            <p:nvPr/>
          </p:nvSpPr>
          <p:spPr bwMode="gray">
            <a:xfrm flipH="1">
              <a:off x="11889634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599379E-C606-A281-3C27-FD60FDDC7433}"/>
                </a:ext>
              </a:extLst>
            </p:cNvPr>
            <p:cNvSpPr/>
            <p:nvPr/>
          </p:nvSpPr>
          <p:spPr bwMode="gray">
            <a:xfrm flipH="1">
              <a:off x="11889634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87D6CE6-7EC0-9916-6CD7-DAB8163FC6EA}"/>
                </a:ext>
              </a:extLst>
            </p:cNvPr>
            <p:cNvSpPr/>
            <p:nvPr/>
          </p:nvSpPr>
          <p:spPr bwMode="gray">
            <a:xfrm flipH="1">
              <a:off x="11889634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62F08AB-87DA-8C8F-F910-233304B97B26}"/>
                </a:ext>
              </a:extLst>
            </p:cNvPr>
            <p:cNvSpPr/>
            <p:nvPr/>
          </p:nvSpPr>
          <p:spPr bwMode="gray">
            <a:xfrm flipH="1">
              <a:off x="11599200" y="3720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3195EBF-D74A-9BF9-00B5-A048EE2F35F5}"/>
                </a:ext>
              </a:extLst>
            </p:cNvPr>
            <p:cNvSpPr/>
            <p:nvPr/>
          </p:nvSpPr>
          <p:spPr bwMode="gray">
            <a:xfrm flipH="1">
              <a:off x="11889634" y="3402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" name="Text Placeholder 141">
            <a:extLst>
              <a:ext uri="{FF2B5EF4-FFF2-40B4-BE49-F238E27FC236}">
                <a16:creationId xmlns:a16="http://schemas.microsoft.com/office/drawing/2014/main" id="{E99258CC-55F1-8E4D-8491-CCF5AAA0C0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6" y="3401441"/>
            <a:ext cx="6131807" cy="54463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14000"/>
              </a:lnSpc>
              <a:buFont typeface="Arial" panose="020B0604020202020204" pitchFamily="34" charset="0"/>
              <a:buNone/>
              <a:defRPr sz="16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102885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28D870-4C60-71D8-FFFD-5A7F62DBD3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84FEDED3-14E9-D053-23C5-0C31192447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5875200"/>
            <a:ext cx="1507333" cy="342000"/>
          </a:xfrm>
          <a:prstGeom prst="rect">
            <a:avLst/>
          </a:prstGeom>
        </p:spPr>
      </p:pic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19325D14-5CC4-280A-8E47-B896027B7A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720000"/>
            <a:ext cx="953671" cy="348988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</p:spPr>
        <p:txBody>
          <a:bodyPr wrap="none" lIns="108000" tIns="36000" rIns="108000" bIns="39600" anchor="ctr">
            <a:spAutoFit/>
          </a:bodyPr>
          <a:lstStyle>
            <a:lvl1pPr algn="l">
              <a:buNone/>
              <a:defRPr sz="10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57" name="Graphic 499">
            <a:extLst>
              <a:ext uri="{FF2B5EF4-FFF2-40B4-BE49-F238E27FC236}">
                <a16:creationId xmlns:a16="http://schemas.microsoft.com/office/drawing/2014/main" id="{593078FE-A08B-B19F-7638-71D12358BDFD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8" name="Graphic 499">
            <a:extLst>
              <a:ext uri="{FF2B5EF4-FFF2-40B4-BE49-F238E27FC236}">
                <a16:creationId xmlns:a16="http://schemas.microsoft.com/office/drawing/2014/main" id="{8B95C8ED-F2CF-2FCF-16B3-67FE594A737A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9" name="Graphic 499">
            <a:extLst>
              <a:ext uri="{FF2B5EF4-FFF2-40B4-BE49-F238E27FC236}">
                <a16:creationId xmlns:a16="http://schemas.microsoft.com/office/drawing/2014/main" id="{0775509C-387F-E75C-A44E-3A0D1061FD62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0" name="Graphic 499">
            <a:extLst>
              <a:ext uri="{FF2B5EF4-FFF2-40B4-BE49-F238E27FC236}">
                <a16:creationId xmlns:a16="http://schemas.microsoft.com/office/drawing/2014/main" id="{F4E37471-BF7D-3E2D-4DCF-A3EB237E0853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1" name="Title 5">
            <a:extLst>
              <a:ext uri="{FF2B5EF4-FFF2-40B4-BE49-F238E27FC236}">
                <a16:creationId xmlns:a16="http://schemas.microsoft.com/office/drawing/2014/main" id="{727E614A-92C6-470A-7E09-9690320D1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378800"/>
            <a:ext cx="6511380" cy="1886670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/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DED219-D8A6-7907-9999-8597E3617EAB}"/>
              </a:ext>
            </a:extLst>
          </p:cNvPr>
          <p:cNvGrpSpPr/>
          <p:nvPr userDrawn="1"/>
        </p:nvGrpSpPr>
        <p:grpSpPr>
          <a:xfrm>
            <a:off x="8979313" y="3402000"/>
            <a:ext cx="2964321" cy="3234000"/>
            <a:chOff x="8979313" y="3402000"/>
            <a:chExt cx="2964321" cy="3234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0FA2D43-8B98-C1D1-92E8-5C9F8C255826}"/>
                </a:ext>
              </a:extLst>
            </p:cNvPr>
            <p:cNvSpPr/>
            <p:nvPr/>
          </p:nvSpPr>
          <p:spPr bwMode="gray">
            <a:xfrm flipH="1">
              <a:off x="11307568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B412B1B-2BEF-74D8-3BBA-18D2C0252AAB}"/>
                </a:ext>
              </a:extLst>
            </p:cNvPr>
            <p:cNvSpPr/>
            <p:nvPr/>
          </p:nvSpPr>
          <p:spPr bwMode="gray">
            <a:xfrm flipH="1">
              <a:off x="10143439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ACB715B-0045-A9DD-21C2-96258A788E60}"/>
                </a:ext>
              </a:extLst>
            </p:cNvPr>
            <p:cNvSpPr/>
            <p:nvPr/>
          </p:nvSpPr>
          <p:spPr bwMode="gray">
            <a:xfrm flipH="1">
              <a:off x="10725502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1C70340-8391-E8BC-B10B-59BF11C7CEE3}"/>
                </a:ext>
              </a:extLst>
            </p:cNvPr>
            <p:cNvSpPr/>
            <p:nvPr/>
          </p:nvSpPr>
          <p:spPr bwMode="gray">
            <a:xfrm flipH="1">
              <a:off x="9561376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B991A6F-9BD9-5022-8AD9-64937DEDFA0C}"/>
                </a:ext>
              </a:extLst>
            </p:cNvPr>
            <p:cNvSpPr/>
            <p:nvPr/>
          </p:nvSpPr>
          <p:spPr bwMode="gray">
            <a:xfrm flipH="1">
              <a:off x="11599200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9DA74BC-37E3-737E-8293-17A06A0150BE}"/>
                </a:ext>
              </a:extLst>
            </p:cNvPr>
            <p:cNvSpPr/>
            <p:nvPr/>
          </p:nvSpPr>
          <p:spPr bwMode="gray">
            <a:xfrm flipH="1">
              <a:off x="10435071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8F1E992-B7C1-BEAE-1C50-3AEC38456CAA}"/>
                </a:ext>
              </a:extLst>
            </p:cNvPr>
            <p:cNvSpPr/>
            <p:nvPr/>
          </p:nvSpPr>
          <p:spPr bwMode="gray">
            <a:xfrm flipH="1">
              <a:off x="9270945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02D89EF-58D6-77AD-0AE5-18E723056688}"/>
                </a:ext>
              </a:extLst>
            </p:cNvPr>
            <p:cNvSpPr/>
            <p:nvPr/>
          </p:nvSpPr>
          <p:spPr bwMode="gray">
            <a:xfrm flipH="1">
              <a:off x="9853008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5E1874-6841-19FB-3AA9-84A00F35F81B}"/>
                </a:ext>
              </a:extLst>
            </p:cNvPr>
            <p:cNvSpPr/>
            <p:nvPr/>
          </p:nvSpPr>
          <p:spPr bwMode="gray">
            <a:xfrm flipH="1">
              <a:off x="11017134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A962D7F-FA50-FE53-508F-230FEF4B9840}"/>
                </a:ext>
              </a:extLst>
            </p:cNvPr>
            <p:cNvSpPr/>
            <p:nvPr/>
          </p:nvSpPr>
          <p:spPr bwMode="gray">
            <a:xfrm flipH="1">
              <a:off x="11307568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301F451-1FF6-8C31-ED5F-EEFAC9E6B75F}"/>
                </a:ext>
              </a:extLst>
            </p:cNvPr>
            <p:cNvSpPr/>
            <p:nvPr/>
          </p:nvSpPr>
          <p:spPr bwMode="gray">
            <a:xfrm flipH="1">
              <a:off x="11599200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A088D60-2D4A-F28E-DF34-506FC0D19EFF}"/>
                </a:ext>
              </a:extLst>
            </p:cNvPr>
            <p:cNvSpPr/>
            <p:nvPr/>
          </p:nvSpPr>
          <p:spPr bwMode="gray">
            <a:xfrm flipH="1">
              <a:off x="11017134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40B97BD-3AE3-516E-F1D3-1938D33C06EA}"/>
                </a:ext>
              </a:extLst>
            </p:cNvPr>
            <p:cNvSpPr/>
            <p:nvPr/>
          </p:nvSpPr>
          <p:spPr bwMode="gray">
            <a:xfrm flipH="1">
              <a:off x="11307568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D1B6FDB-FAD1-6990-8B21-3F4168772E19}"/>
                </a:ext>
              </a:extLst>
            </p:cNvPr>
            <p:cNvSpPr/>
            <p:nvPr/>
          </p:nvSpPr>
          <p:spPr bwMode="gray">
            <a:xfrm flipH="1">
              <a:off x="10725502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5C83FE0-4F2D-B065-FC3A-D61393C4A112}"/>
                </a:ext>
              </a:extLst>
            </p:cNvPr>
            <p:cNvSpPr/>
            <p:nvPr/>
          </p:nvSpPr>
          <p:spPr bwMode="gray">
            <a:xfrm flipH="1">
              <a:off x="11599200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E98B844-63F4-7DD3-439A-93C7CEC84F25}"/>
                </a:ext>
              </a:extLst>
            </p:cNvPr>
            <p:cNvSpPr/>
            <p:nvPr/>
          </p:nvSpPr>
          <p:spPr bwMode="gray">
            <a:xfrm flipH="1">
              <a:off x="10435071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E0F45BD-0974-D69A-C809-C6059210596D}"/>
                </a:ext>
              </a:extLst>
            </p:cNvPr>
            <p:cNvSpPr/>
            <p:nvPr/>
          </p:nvSpPr>
          <p:spPr bwMode="gray">
            <a:xfrm flipH="1">
              <a:off x="11017134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7914643-9FE7-77C2-F7CC-B5C830152EB8}"/>
                </a:ext>
              </a:extLst>
            </p:cNvPr>
            <p:cNvSpPr/>
            <p:nvPr/>
          </p:nvSpPr>
          <p:spPr bwMode="gray">
            <a:xfrm flipH="1">
              <a:off x="11307568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23582ED-C746-C591-6DF2-1D621DC42E86}"/>
                </a:ext>
              </a:extLst>
            </p:cNvPr>
            <p:cNvSpPr/>
            <p:nvPr/>
          </p:nvSpPr>
          <p:spPr bwMode="gray">
            <a:xfrm flipH="1">
              <a:off x="10143439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CA0692F-41A7-E07D-A98A-5CD11126233A}"/>
                </a:ext>
              </a:extLst>
            </p:cNvPr>
            <p:cNvSpPr/>
            <p:nvPr/>
          </p:nvSpPr>
          <p:spPr bwMode="gray">
            <a:xfrm flipH="1">
              <a:off x="10725502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C87C3B3-109D-E72E-C086-1B0AFE273198}"/>
                </a:ext>
              </a:extLst>
            </p:cNvPr>
            <p:cNvSpPr/>
            <p:nvPr/>
          </p:nvSpPr>
          <p:spPr bwMode="gray">
            <a:xfrm flipH="1">
              <a:off x="11599200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11B4CA7-8E53-DBB9-EE82-CACC514A27F8}"/>
                </a:ext>
              </a:extLst>
            </p:cNvPr>
            <p:cNvSpPr/>
            <p:nvPr/>
          </p:nvSpPr>
          <p:spPr bwMode="gray">
            <a:xfrm flipH="1">
              <a:off x="10435071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6DFEC97-DBBF-D326-3495-B88EA9901274}"/>
                </a:ext>
              </a:extLst>
            </p:cNvPr>
            <p:cNvSpPr/>
            <p:nvPr/>
          </p:nvSpPr>
          <p:spPr bwMode="gray">
            <a:xfrm flipH="1">
              <a:off x="9853008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4B0A2C3-FE92-678B-A38C-323C0FA910A0}"/>
                </a:ext>
              </a:extLst>
            </p:cNvPr>
            <p:cNvSpPr/>
            <p:nvPr/>
          </p:nvSpPr>
          <p:spPr bwMode="gray">
            <a:xfrm flipH="1">
              <a:off x="11017134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FDBF5BB-477B-84E2-2621-D38525E7EEDB}"/>
                </a:ext>
              </a:extLst>
            </p:cNvPr>
            <p:cNvSpPr/>
            <p:nvPr/>
          </p:nvSpPr>
          <p:spPr bwMode="gray">
            <a:xfrm flipH="1">
              <a:off x="11307568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68E5552-8AB3-75B1-4B72-463CD8F6B8D0}"/>
                </a:ext>
              </a:extLst>
            </p:cNvPr>
            <p:cNvSpPr/>
            <p:nvPr/>
          </p:nvSpPr>
          <p:spPr bwMode="gray">
            <a:xfrm flipH="1">
              <a:off x="10143439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E524AB6-06C2-7B95-434C-3FE34149D4D6}"/>
                </a:ext>
              </a:extLst>
            </p:cNvPr>
            <p:cNvSpPr/>
            <p:nvPr/>
          </p:nvSpPr>
          <p:spPr bwMode="gray">
            <a:xfrm flipH="1">
              <a:off x="10725502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E05706A-8569-5777-E6FF-34569A2E2508}"/>
                </a:ext>
              </a:extLst>
            </p:cNvPr>
            <p:cNvSpPr/>
            <p:nvPr/>
          </p:nvSpPr>
          <p:spPr bwMode="gray">
            <a:xfrm flipH="1">
              <a:off x="8979313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A88F644-BE58-12BB-975A-3E846B656A37}"/>
                </a:ext>
              </a:extLst>
            </p:cNvPr>
            <p:cNvSpPr/>
            <p:nvPr/>
          </p:nvSpPr>
          <p:spPr bwMode="gray">
            <a:xfrm flipH="1">
              <a:off x="9561376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A96A961-47BB-7470-5C7C-282B0A798976}"/>
                </a:ext>
              </a:extLst>
            </p:cNvPr>
            <p:cNvSpPr/>
            <p:nvPr/>
          </p:nvSpPr>
          <p:spPr bwMode="gray">
            <a:xfrm flipH="1">
              <a:off x="11889634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7736E74-2335-69F1-E464-79D5B75ED6D0}"/>
                </a:ext>
              </a:extLst>
            </p:cNvPr>
            <p:cNvSpPr/>
            <p:nvPr/>
          </p:nvSpPr>
          <p:spPr bwMode="gray">
            <a:xfrm flipH="1">
              <a:off x="11889634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599379E-C606-A281-3C27-FD60FDDC7433}"/>
                </a:ext>
              </a:extLst>
            </p:cNvPr>
            <p:cNvSpPr/>
            <p:nvPr/>
          </p:nvSpPr>
          <p:spPr bwMode="gray">
            <a:xfrm flipH="1">
              <a:off x="11889634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87D6CE6-7EC0-9916-6CD7-DAB8163FC6EA}"/>
                </a:ext>
              </a:extLst>
            </p:cNvPr>
            <p:cNvSpPr/>
            <p:nvPr/>
          </p:nvSpPr>
          <p:spPr bwMode="gray">
            <a:xfrm flipH="1">
              <a:off x="11889634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62F08AB-87DA-8C8F-F910-233304B97B26}"/>
                </a:ext>
              </a:extLst>
            </p:cNvPr>
            <p:cNvSpPr/>
            <p:nvPr/>
          </p:nvSpPr>
          <p:spPr bwMode="gray">
            <a:xfrm flipH="1">
              <a:off x="11599200" y="3720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3195EBF-D74A-9BF9-00B5-A048EE2F35F5}"/>
                </a:ext>
              </a:extLst>
            </p:cNvPr>
            <p:cNvSpPr/>
            <p:nvPr/>
          </p:nvSpPr>
          <p:spPr bwMode="gray">
            <a:xfrm flipH="1">
              <a:off x="11889634" y="3402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" name="Text Placeholder 141">
            <a:extLst>
              <a:ext uri="{FF2B5EF4-FFF2-40B4-BE49-F238E27FC236}">
                <a16:creationId xmlns:a16="http://schemas.microsoft.com/office/drawing/2014/main" id="{B03B64D6-F64F-9962-275B-D029108BC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6" y="3401441"/>
            <a:ext cx="6131807" cy="54463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14000"/>
              </a:lnSpc>
              <a:buFont typeface="Arial" panose="020B0604020202020204" pitchFamily="34" charset="0"/>
              <a:buNone/>
              <a:defRPr sz="16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50922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84FEDED3-14E9-D053-23C5-0C31192447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5875200"/>
            <a:ext cx="1507333" cy="342000"/>
          </a:xfrm>
          <a:prstGeom prst="rect">
            <a:avLst/>
          </a:prstGeom>
        </p:spPr>
      </p:pic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19325D14-5CC4-280A-8E47-B896027B7A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720000"/>
            <a:ext cx="953671" cy="348988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</p:spPr>
        <p:txBody>
          <a:bodyPr wrap="none" lIns="108000" tIns="36000" rIns="108000" bIns="39600" anchor="ctr">
            <a:spAutoFit/>
          </a:bodyPr>
          <a:lstStyle>
            <a:lvl1pPr algn="l">
              <a:buNone/>
              <a:defRPr sz="10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57" name="Graphic 499">
            <a:extLst>
              <a:ext uri="{FF2B5EF4-FFF2-40B4-BE49-F238E27FC236}">
                <a16:creationId xmlns:a16="http://schemas.microsoft.com/office/drawing/2014/main" id="{593078FE-A08B-B19F-7638-71D12358BDFD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8" name="Graphic 499">
            <a:extLst>
              <a:ext uri="{FF2B5EF4-FFF2-40B4-BE49-F238E27FC236}">
                <a16:creationId xmlns:a16="http://schemas.microsoft.com/office/drawing/2014/main" id="{8B95C8ED-F2CF-2FCF-16B3-67FE594A737A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9" name="Graphic 499">
            <a:extLst>
              <a:ext uri="{FF2B5EF4-FFF2-40B4-BE49-F238E27FC236}">
                <a16:creationId xmlns:a16="http://schemas.microsoft.com/office/drawing/2014/main" id="{0775509C-387F-E75C-A44E-3A0D1061FD62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0" name="Graphic 499">
            <a:extLst>
              <a:ext uri="{FF2B5EF4-FFF2-40B4-BE49-F238E27FC236}">
                <a16:creationId xmlns:a16="http://schemas.microsoft.com/office/drawing/2014/main" id="{F4E37471-BF7D-3E2D-4DCF-A3EB237E0853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61" name="Title 5">
            <a:extLst>
              <a:ext uri="{FF2B5EF4-FFF2-40B4-BE49-F238E27FC236}">
                <a16:creationId xmlns:a16="http://schemas.microsoft.com/office/drawing/2014/main" id="{727E614A-92C6-470A-7E09-9690320D1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378800"/>
            <a:ext cx="6511380" cy="1886670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/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DED219-D8A6-7907-9999-8597E3617EAB}"/>
              </a:ext>
            </a:extLst>
          </p:cNvPr>
          <p:cNvGrpSpPr/>
          <p:nvPr userDrawn="1"/>
        </p:nvGrpSpPr>
        <p:grpSpPr>
          <a:xfrm>
            <a:off x="8979313" y="3402000"/>
            <a:ext cx="2964321" cy="3234000"/>
            <a:chOff x="8979313" y="3402000"/>
            <a:chExt cx="2964321" cy="3234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0FA2D43-8B98-C1D1-92E8-5C9F8C255826}"/>
                </a:ext>
              </a:extLst>
            </p:cNvPr>
            <p:cNvSpPr/>
            <p:nvPr/>
          </p:nvSpPr>
          <p:spPr bwMode="gray">
            <a:xfrm flipH="1">
              <a:off x="11307568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B412B1B-2BEF-74D8-3BBA-18D2C0252AAB}"/>
                </a:ext>
              </a:extLst>
            </p:cNvPr>
            <p:cNvSpPr/>
            <p:nvPr/>
          </p:nvSpPr>
          <p:spPr bwMode="gray">
            <a:xfrm flipH="1">
              <a:off x="10143439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ACB715B-0045-A9DD-21C2-96258A788E60}"/>
                </a:ext>
              </a:extLst>
            </p:cNvPr>
            <p:cNvSpPr/>
            <p:nvPr/>
          </p:nvSpPr>
          <p:spPr bwMode="gray">
            <a:xfrm flipH="1">
              <a:off x="10725502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1C70340-8391-E8BC-B10B-59BF11C7CEE3}"/>
                </a:ext>
              </a:extLst>
            </p:cNvPr>
            <p:cNvSpPr/>
            <p:nvPr/>
          </p:nvSpPr>
          <p:spPr bwMode="gray">
            <a:xfrm flipH="1">
              <a:off x="9561376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B991A6F-9BD9-5022-8AD9-64937DEDFA0C}"/>
                </a:ext>
              </a:extLst>
            </p:cNvPr>
            <p:cNvSpPr/>
            <p:nvPr/>
          </p:nvSpPr>
          <p:spPr bwMode="gray">
            <a:xfrm flipH="1">
              <a:off x="11599200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9DA74BC-37E3-737E-8293-17A06A0150BE}"/>
                </a:ext>
              </a:extLst>
            </p:cNvPr>
            <p:cNvSpPr/>
            <p:nvPr/>
          </p:nvSpPr>
          <p:spPr bwMode="gray">
            <a:xfrm flipH="1">
              <a:off x="10435071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8F1E992-B7C1-BEAE-1C50-3AEC38456CAA}"/>
                </a:ext>
              </a:extLst>
            </p:cNvPr>
            <p:cNvSpPr/>
            <p:nvPr/>
          </p:nvSpPr>
          <p:spPr bwMode="gray">
            <a:xfrm flipH="1">
              <a:off x="9270945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02D89EF-58D6-77AD-0AE5-18E723056688}"/>
                </a:ext>
              </a:extLst>
            </p:cNvPr>
            <p:cNvSpPr/>
            <p:nvPr/>
          </p:nvSpPr>
          <p:spPr bwMode="gray">
            <a:xfrm flipH="1">
              <a:off x="9853008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5E1874-6841-19FB-3AA9-84A00F35F81B}"/>
                </a:ext>
              </a:extLst>
            </p:cNvPr>
            <p:cNvSpPr/>
            <p:nvPr/>
          </p:nvSpPr>
          <p:spPr bwMode="gray">
            <a:xfrm flipH="1">
              <a:off x="11017134" y="6264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A962D7F-FA50-FE53-508F-230FEF4B9840}"/>
                </a:ext>
              </a:extLst>
            </p:cNvPr>
            <p:cNvSpPr/>
            <p:nvPr/>
          </p:nvSpPr>
          <p:spPr bwMode="gray">
            <a:xfrm flipH="1">
              <a:off x="11307568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301F451-1FF6-8C31-ED5F-EEFAC9E6B75F}"/>
                </a:ext>
              </a:extLst>
            </p:cNvPr>
            <p:cNvSpPr/>
            <p:nvPr/>
          </p:nvSpPr>
          <p:spPr bwMode="gray">
            <a:xfrm flipH="1">
              <a:off x="11599200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A088D60-2D4A-F28E-DF34-506FC0D19EFF}"/>
                </a:ext>
              </a:extLst>
            </p:cNvPr>
            <p:cNvSpPr/>
            <p:nvPr/>
          </p:nvSpPr>
          <p:spPr bwMode="gray">
            <a:xfrm flipH="1">
              <a:off x="11017134" y="4356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40B97BD-3AE3-516E-F1D3-1938D33C06EA}"/>
                </a:ext>
              </a:extLst>
            </p:cNvPr>
            <p:cNvSpPr/>
            <p:nvPr/>
          </p:nvSpPr>
          <p:spPr bwMode="gray">
            <a:xfrm flipH="1">
              <a:off x="11307568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D1B6FDB-FAD1-6990-8B21-3F4168772E19}"/>
                </a:ext>
              </a:extLst>
            </p:cNvPr>
            <p:cNvSpPr/>
            <p:nvPr/>
          </p:nvSpPr>
          <p:spPr bwMode="gray">
            <a:xfrm flipH="1">
              <a:off x="10725502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5C83FE0-4F2D-B065-FC3A-D61393C4A112}"/>
                </a:ext>
              </a:extLst>
            </p:cNvPr>
            <p:cNvSpPr/>
            <p:nvPr/>
          </p:nvSpPr>
          <p:spPr bwMode="gray">
            <a:xfrm flipH="1">
              <a:off x="11599200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E98B844-63F4-7DD3-439A-93C7CEC84F25}"/>
                </a:ext>
              </a:extLst>
            </p:cNvPr>
            <p:cNvSpPr/>
            <p:nvPr/>
          </p:nvSpPr>
          <p:spPr bwMode="gray">
            <a:xfrm flipH="1">
              <a:off x="10435071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E0F45BD-0974-D69A-C809-C6059210596D}"/>
                </a:ext>
              </a:extLst>
            </p:cNvPr>
            <p:cNvSpPr/>
            <p:nvPr/>
          </p:nvSpPr>
          <p:spPr bwMode="gray">
            <a:xfrm flipH="1">
              <a:off x="11017134" y="4992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7914643-9FE7-77C2-F7CC-B5C830152EB8}"/>
                </a:ext>
              </a:extLst>
            </p:cNvPr>
            <p:cNvSpPr/>
            <p:nvPr/>
          </p:nvSpPr>
          <p:spPr bwMode="gray">
            <a:xfrm flipH="1">
              <a:off x="11307568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23582ED-C746-C591-6DF2-1D621DC42E86}"/>
                </a:ext>
              </a:extLst>
            </p:cNvPr>
            <p:cNvSpPr/>
            <p:nvPr/>
          </p:nvSpPr>
          <p:spPr bwMode="gray">
            <a:xfrm flipH="1">
              <a:off x="10143439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CA0692F-41A7-E07D-A98A-5CD11126233A}"/>
                </a:ext>
              </a:extLst>
            </p:cNvPr>
            <p:cNvSpPr/>
            <p:nvPr/>
          </p:nvSpPr>
          <p:spPr bwMode="gray">
            <a:xfrm flipH="1">
              <a:off x="10725502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C87C3B3-109D-E72E-C086-1B0AFE273198}"/>
                </a:ext>
              </a:extLst>
            </p:cNvPr>
            <p:cNvSpPr/>
            <p:nvPr/>
          </p:nvSpPr>
          <p:spPr bwMode="gray">
            <a:xfrm flipH="1">
              <a:off x="11599200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11B4CA7-8E53-DBB9-EE82-CACC514A27F8}"/>
                </a:ext>
              </a:extLst>
            </p:cNvPr>
            <p:cNvSpPr/>
            <p:nvPr/>
          </p:nvSpPr>
          <p:spPr bwMode="gray">
            <a:xfrm flipH="1">
              <a:off x="10435071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6DFEC97-DBBF-D326-3495-B88EA9901274}"/>
                </a:ext>
              </a:extLst>
            </p:cNvPr>
            <p:cNvSpPr/>
            <p:nvPr/>
          </p:nvSpPr>
          <p:spPr bwMode="gray">
            <a:xfrm flipH="1">
              <a:off x="9853008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4B0A2C3-FE92-678B-A38C-323C0FA910A0}"/>
                </a:ext>
              </a:extLst>
            </p:cNvPr>
            <p:cNvSpPr/>
            <p:nvPr/>
          </p:nvSpPr>
          <p:spPr bwMode="gray">
            <a:xfrm flipH="1">
              <a:off x="11017134" y="5628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FDBF5BB-477B-84E2-2621-D38525E7EEDB}"/>
                </a:ext>
              </a:extLst>
            </p:cNvPr>
            <p:cNvSpPr/>
            <p:nvPr/>
          </p:nvSpPr>
          <p:spPr bwMode="gray">
            <a:xfrm flipH="1">
              <a:off x="11307568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68E5552-8AB3-75B1-4B72-463CD8F6B8D0}"/>
                </a:ext>
              </a:extLst>
            </p:cNvPr>
            <p:cNvSpPr/>
            <p:nvPr/>
          </p:nvSpPr>
          <p:spPr bwMode="gray">
            <a:xfrm flipH="1">
              <a:off x="10143439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E524AB6-06C2-7B95-434C-3FE34149D4D6}"/>
                </a:ext>
              </a:extLst>
            </p:cNvPr>
            <p:cNvSpPr/>
            <p:nvPr/>
          </p:nvSpPr>
          <p:spPr bwMode="gray">
            <a:xfrm flipH="1">
              <a:off x="10725502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E05706A-8569-5777-E6FF-34569A2E2508}"/>
                </a:ext>
              </a:extLst>
            </p:cNvPr>
            <p:cNvSpPr/>
            <p:nvPr/>
          </p:nvSpPr>
          <p:spPr bwMode="gray">
            <a:xfrm flipH="1">
              <a:off x="8979313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A88F644-BE58-12BB-975A-3E846B656A37}"/>
                </a:ext>
              </a:extLst>
            </p:cNvPr>
            <p:cNvSpPr/>
            <p:nvPr/>
          </p:nvSpPr>
          <p:spPr bwMode="gray">
            <a:xfrm flipH="1">
              <a:off x="9561376" y="6582000"/>
              <a:ext cx="54000" cy="54000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A96A961-47BB-7470-5C7C-282B0A798976}"/>
                </a:ext>
              </a:extLst>
            </p:cNvPr>
            <p:cNvSpPr/>
            <p:nvPr/>
          </p:nvSpPr>
          <p:spPr bwMode="gray">
            <a:xfrm flipH="1">
              <a:off x="11889634" y="5946000"/>
              <a:ext cx="54000" cy="54000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7736E74-2335-69F1-E464-79D5B75ED6D0}"/>
                </a:ext>
              </a:extLst>
            </p:cNvPr>
            <p:cNvSpPr/>
            <p:nvPr/>
          </p:nvSpPr>
          <p:spPr bwMode="gray">
            <a:xfrm flipH="1">
              <a:off x="11889634" y="4038000"/>
              <a:ext cx="54000" cy="54000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599379E-C606-A281-3C27-FD60FDDC7433}"/>
                </a:ext>
              </a:extLst>
            </p:cNvPr>
            <p:cNvSpPr/>
            <p:nvPr/>
          </p:nvSpPr>
          <p:spPr bwMode="gray">
            <a:xfrm flipH="1">
              <a:off x="11889634" y="4674000"/>
              <a:ext cx="54000" cy="5400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87D6CE6-7EC0-9916-6CD7-DAB8163FC6EA}"/>
                </a:ext>
              </a:extLst>
            </p:cNvPr>
            <p:cNvSpPr/>
            <p:nvPr/>
          </p:nvSpPr>
          <p:spPr bwMode="gray">
            <a:xfrm flipH="1">
              <a:off x="11889634" y="5310000"/>
              <a:ext cx="54000" cy="5400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62F08AB-87DA-8C8F-F910-233304B97B26}"/>
                </a:ext>
              </a:extLst>
            </p:cNvPr>
            <p:cNvSpPr/>
            <p:nvPr/>
          </p:nvSpPr>
          <p:spPr bwMode="gray">
            <a:xfrm flipH="1">
              <a:off x="11599200" y="3720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98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76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gnology Sans"/>
                <a:ea typeface="+mn-ea"/>
                <a:cs typeface="+mn-cs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3195EBF-D74A-9BF9-00B5-A048EE2F35F5}"/>
                </a:ext>
              </a:extLst>
            </p:cNvPr>
            <p:cNvSpPr/>
            <p:nvPr/>
          </p:nvSpPr>
          <p:spPr bwMode="gray">
            <a:xfrm flipH="1">
              <a:off x="11889634" y="3402000"/>
              <a:ext cx="54000" cy="5400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98482"/>
              <a:endParaRPr lang="fr-FR" sz="1769" dirty="0" err="1">
                <a:solidFill>
                  <a:srgbClr val="FFFFFF"/>
                </a:solidFill>
                <a:latin typeface="Regnology San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" name="Text Placeholder 141">
            <a:extLst>
              <a:ext uri="{FF2B5EF4-FFF2-40B4-BE49-F238E27FC236}">
                <a16:creationId xmlns:a16="http://schemas.microsoft.com/office/drawing/2014/main" id="{345604FE-DA11-6550-37C0-81D19BA4E5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6" y="3401441"/>
            <a:ext cx="6131807" cy="54463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14000"/>
              </a:lnSpc>
              <a:buFont typeface="Arial" panose="020B0604020202020204" pitchFamily="34" charset="0"/>
              <a:buNone/>
              <a:defRPr sz="16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856922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0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E6EF36-566C-5CC6-979C-9E12857522CF}"/>
              </a:ext>
            </a:extLst>
          </p:cNvPr>
          <p:cNvSpPr/>
          <p:nvPr userDrawn="1"/>
        </p:nvSpPr>
        <p:spPr bwMode="gray">
          <a:xfrm>
            <a:off x="4062838" y="360165"/>
            <a:ext cx="7768800" cy="6137473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6" name="Text Placeholder 37">
            <a:extLst>
              <a:ext uri="{FF2B5EF4-FFF2-40B4-BE49-F238E27FC236}">
                <a16:creationId xmlns:a16="http://schemas.microsoft.com/office/drawing/2014/main" id="{FDF54E49-3422-3398-15F7-BBB7670A347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8022" y="7199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36" name="Text Placeholder 37">
            <a:extLst>
              <a:ext uri="{FF2B5EF4-FFF2-40B4-BE49-F238E27FC236}">
                <a16:creationId xmlns:a16="http://schemas.microsoft.com/office/drawing/2014/main" id="{79180E50-803F-2AB2-702D-639EF3CCA5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98022" y="12977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37" name="Text Placeholder 37">
            <a:extLst>
              <a:ext uri="{FF2B5EF4-FFF2-40B4-BE49-F238E27FC236}">
                <a16:creationId xmlns:a16="http://schemas.microsoft.com/office/drawing/2014/main" id="{8EDD13A1-30C0-64E8-69E6-CAFB1DC7CC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98022" y="18755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99B985C9-B957-ABF0-DADB-6C3C7A89808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98022" y="24533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CD3A4473-F68A-B984-1C43-9EACCCF52D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98022" y="30311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EA77683D-153E-0A1D-CFE3-5E46758681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98022" y="36089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602D5517-B434-471E-5DA5-899533706C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98022" y="41867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CA39F1C6-BE5D-EB6F-99D5-5AF6E529F3D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98022" y="47645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1C4B9AD9-660E-4E64-DE31-9FC63DDD9F5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498022" y="53423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AB5FD80D-679D-9258-D919-D780791D37A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98022" y="5920102"/>
            <a:ext cx="5578666" cy="217800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5050D0C4-457F-5E08-CEEA-BB26BC39D59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076688" y="7199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8CF48218-ECC1-D557-3AB9-B5E00FD356B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076688" y="12977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7" name="Text Placeholder 37">
            <a:extLst>
              <a:ext uri="{FF2B5EF4-FFF2-40B4-BE49-F238E27FC236}">
                <a16:creationId xmlns:a16="http://schemas.microsoft.com/office/drawing/2014/main" id="{2BFB50C3-C28F-180C-6912-06B9886C4C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076688" y="18755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835F4602-7577-FCB4-7A59-42A1845555B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76688" y="24533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49" name="Text Placeholder 37">
            <a:extLst>
              <a:ext uri="{FF2B5EF4-FFF2-40B4-BE49-F238E27FC236}">
                <a16:creationId xmlns:a16="http://schemas.microsoft.com/office/drawing/2014/main" id="{3AB821B9-1CB6-D090-98AA-3A0130ABC97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76688" y="30311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50" name="Text Placeholder 37">
            <a:extLst>
              <a:ext uri="{FF2B5EF4-FFF2-40B4-BE49-F238E27FC236}">
                <a16:creationId xmlns:a16="http://schemas.microsoft.com/office/drawing/2014/main" id="{E9933616-7C48-B346-FE18-57E4BC75FE2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076688" y="36089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51" name="Text Placeholder 37">
            <a:extLst>
              <a:ext uri="{FF2B5EF4-FFF2-40B4-BE49-F238E27FC236}">
                <a16:creationId xmlns:a16="http://schemas.microsoft.com/office/drawing/2014/main" id="{DE1F955C-E080-4420-10AC-C69F3CA820E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76688" y="41867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52" name="Text Placeholder 37">
            <a:extLst>
              <a:ext uri="{FF2B5EF4-FFF2-40B4-BE49-F238E27FC236}">
                <a16:creationId xmlns:a16="http://schemas.microsoft.com/office/drawing/2014/main" id="{7B698E0E-8F1A-4E82-D566-6B007BBC5D3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076688" y="47645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53" name="Text Placeholder 37">
            <a:extLst>
              <a:ext uri="{FF2B5EF4-FFF2-40B4-BE49-F238E27FC236}">
                <a16:creationId xmlns:a16="http://schemas.microsoft.com/office/drawing/2014/main" id="{350B483A-4BFC-797B-9196-61B9FF15278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076688" y="53423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54" name="Text Placeholder 37">
            <a:extLst>
              <a:ext uri="{FF2B5EF4-FFF2-40B4-BE49-F238E27FC236}">
                <a16:creationId xmlns:a16="http://schemas.microsoft.com/office/drawing/2014/main" id="{83502B71-10F2-49D5-F0BB-78D981FF63E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076688" y="5920102"/>
            <a:ext cx="1395178" cy="217800"/>
          </a:xfrm>
        </p:spPr>
        <p:txBody>
          <a:bodyPr anchor="ctr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5621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02 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7C19E9B5-B52C-660D-0D79-C453170034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/>
          <a:p>
            <a:endParaRPr lang="fr-FR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1C39D4AE-7656-8C0E-359A-5449338C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540720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3" name="Text Placeholder 37">
            <a:extLst>
              <a:ext uri="{FF2B5EF4-FFF2-40B4-BE49-F238E27FC236}">
                <a16:creationId xmlns:a16="http://schemas.microsoft.com/office/drawing/2014/main" id="{E35BC947-7E58-696C-02BA-972BC3FDF2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0362" y="1717823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14" name="Text Placeholder 37">
            <a:extLst>
              <a:ext uri="{FF2B5EF4-FFF2-40B4-BE49-F238E27FC236}">
                <a16:creationId xmlns:a16="http://schemas.microsoft.com/office/drawing/2014/main" id="{F7AF89D4-03EB-1B4C-2774-B32185F017C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0362" y="2367848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95B158DA-A72D-BE78-28FD-D0C81F0D5E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80362" y="3017873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16" name="Text Placeholder 37">
            <a:extLst>
              <a:ext uri="{FF2B5EF4-FFF2-40B4-BE49-F238E27FC236}">
                <a16:creationId xmlns:a16="http://schemas.microsoft.com/office/drawing/2014/main" id="{3E1171E3-38FE-CB53-C351-F3483141D0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80362" y="3667898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17" name="Text Placeholder 37">
            <a:extLst>
              <a:ext uri="{FF2B5EF4-FFF2-40B4-BE49-F238E27FC236}">
                <a16:creationId xmlns:a16="http://schemas.microsoft.com/office/drawing/2014/main" id="{07FC2185-F17E-E8CF-4D9B-443A230437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80362" y="4317923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18" name="Text Placeholder 37">
            <a:extLst>
              <a:ext uri="{FF2B5EF4-FFF2-40B4-BE49-F238E27FC236}">
                <a16:creationId xmlns:a16="http://schemas.microsoft.com/office/drawing/2014/main" id="{95752AC0-FAD3-0A28-071F-7DB53C9A9F5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0362" y="4967948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19" name="Text Placeholder 37">
            <a:extLst>
              <a:ext uri="{FF2B5EF4-FFF2-40B4-BE49-F238E27FC236}">
                <a16:creationId xmlns:a16="http://schemas.microsoft.com/office/drawing/2014/main" id="{537E7919-C124-4382-C1F8-A327EB62049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80362" y="5617973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22" name="Text Placeholder 37">
            <a:extLst>
              <a:ext uri="{FF2B5EF4-FFF2-40B4-BE49-F238E27FC236}">
                <a16:creationId xmlns:a16="http://schemas.microsoft.com/office/drawing/2014/main" id="{4185E010-8BD8-A3DC-45A9-D0796B52A24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80362" y="6267998"/>
            <a:ext cx="4654816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/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23" name="Text Placeholder 37">
            <a:extLst>
              <a:ext uri="{FF2B5EF4-FFF2-40B4-BE49-F238E27FC236}">
                <a16:creationId xmlns:a16="http://schemas.microsoft.com/office/drawing/2014/main" id="{30D6B074-D59F-CC3D-B916-C0290F95F0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60362" y="1717823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24" name="Text Placeholder 37">
            <a:extLst>
              <a:ext uri="{FF2B5EF4-FFF2-40B4-BE49-F238E27FC236}">
                <a16:creationId xmlns:a16="http://schemas.microsoft.com/office/drawing/2014/main" id="{7DDDB6AF-8F81-C4E1-8B06-DE10CDC43B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60362" y="2367848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25" name="Text Placeholder 37">
            <a:extLst>
              <a:ext uri="{FF2B5EF4-FFF2-40B4-BE49-F238E27FC236}">
                <a16:creationId xmlns:a16="http://schemas.microsoft.com/office/drawing/2014/main" id="{5A9E4A39-BD1B-37E6-A0DC-98E5ED570BF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0362" y="3017873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27" name="Text Placeholder 37">
            <a:extLst>
              <a:ext uri="{FF2B5EF4-FFF2-40B4-BE49-F238E27FC236}">
                <a16:creationId xmlns:a16="http://schemas.microsoft.com/office/drawing/2014/main" id="{46E01C15-3D7B-D4A2-A04F-AF35840300C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60362" y="3667898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28" name="Text Placeholder 37">
            <a:extLst>
              <a:ext uri="{FF2B5EF4-FFF2-40B4-BE49-F238E27FC236}">
                <a16:creationId xmlns:a16="http://schemas.microsoft.com/office/drawing/2014/main" id="{7A67211E-7B19-0D68-3C1D-27C7D27641A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60362" y="4317923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29" name="Text Placeholder 37">
            <a:extLst>
              <a:ext uri="{FF2B5EF4-FFF2-40B4-BE49-F238E27FC236}">
                <a16:creationId xmlns:a16="http://schemas.microsoft.com/office/drawing/2014/main" id="{21A8B079-A7E8-1D5E-7377-301E5C7E2D7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60362" y="4967948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30" name="Text Placeholder 37">
            <a:extLst>
              <a:ext uri="{FF2B5EF4-FFF2-40B4-BE49-F238E27FC236}">
                <a16:creationId xmlns:a16="http://schemas.microsoft.com/office/drawing/2014/main" id="{B2801824-570F-6531-51E5-A43C964F5C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0362" y="5617973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  <p:sp>
        <p:nvSpPr>
          <p:cNvPr id="33" name="Text Placeholder 37">
            <a:extLst>
              <a:ext uri="{FF2B5EF4-FFF2-40B4-BE49-F238E27FC236}">
                <a16:creationId xmlns:a16="http://schemas.microsoft.com/office/drawing/2014/main" id="{E774319F-5E37-AE29-2728-AD71444F5B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0362" y="6267998"/>
            <a:ext cx="720000" cy="2178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1924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360000"/>
            <a:ext cx="12192000" cy="649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6" name="Graphic 499">
            <a:extLst>
              <a:ext uri="{FF2B5EF4-FFF2-40B4-BE49-F238E27FC236}">
                <a16:creationId xmlns:a16="http://schemas.microsoft.com/office/drawing/2014/main" id="{9D40CE5F-5AC7-5584-7F97-7198B1B9F9A6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7" name="Graphic 499">
            <a:extLst>
              <a:ext uri="{FF2B5EF4-FFF2-40B4-BE49-F238E27FC236}">
                <a16:creationId xmlns:a16="http://schemas.microsoft.com/office/drawing/2014/main" id="{51F11729-A61F-7092-0FDB-2B96ECFEC3AF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8" name="Graphic 499">
            <a:extLst>
              <a:ext uri="{FF2B5EF4-FFF2-40B4-BE49-F238E27FC236}">
                <a16:creationId xmlns:a16="http://schemas.microsoft.com/office/drawing/2014/main" id="{7BCA2DE0-E39C-98FF-286A-5A30A982684A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9" name="Graphic 499">
            <a:extLst>
              <a:ext uri="{FF2B5EF4-FFF2-40B4-BE49-F238E27FC236}">
                <a16:creationId xmlns:a16="http://schemas.microsoft.com/office/drawing/2014/main" id="{2A12BFF5-C7C9-0956-BA90-ED12D0C7A9DD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8" name="Text Placeholder 37">
            <a:extLst>
              <a:ext uri="{FF2B5EF4-FFF2-40B4-BE49-F238E27FC236}">
                <a16:creationId xmlns:a16="http://schemas.microsoft.com/office/drawing/2014/main" id="{176E7CD4-820D-9F69-5750-D463E4F040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5575" y="4666466"/>
            <a:ext cx="2127185" cy="1508105"/>
          </a:xfrm>
        </p:spPr>
        <p:txBody>
          <a:bodyPr anchor="b">
            <a:spAutoFit/>
          </a:bodyPr>
          <a:lstStyle>
            <a:lvl1pPr marL="0" indent="0" algn="r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5D939EEA-7744-E794-035F-37B49E3E0C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4738590"/>
            <a:ext cx="6591600" cy="1194173"/>
          </a:xfrm>
        </p:spPr>
        <p:txBody>
          <a:bodyPr anchor="b">
            <a:sp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pic>
        <p:nvPicPr>
          <p:cNvPr id="10" name="Picture 9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8D0CC742-2A0E-F21F-4BEA-5F231BE37B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825" y="4140875"/>
            <a:ext cx="1507333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41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1 - BG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360000"/>
            <a:ext cx="12192000" cy="649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F3E03025-9780-2045-4B10-711C2944FA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5575" y="4666466"/>
            <a:ext cx="2127185" cy="1508105"/>
          </a:xfrm>
        </p:spPr>
        <p:txBody>
          <a:bodyPr anchor="b">
            <a:spAutoFit/>
          </a:bodyPr>
          <a:lstStyle>
            <a:lvl1pPr marL="0" indent="0" algn="r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ED490B62-946D-EDF7-B9EC-A385DF104F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4738590"/>
            <a:ext cx="6591600" cy="1194173"/>
          </a:xfrm>
        </p:spPr>
        <p:txBody>
          <a:bodyPr anchor="b">
            <a:sp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pic>
        <p:nvPicPr>
          <p:cNvPr id="6" name="Picture 5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E4CC9411-811C-E3E7-AD64-6F88F16726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825" y="4140875"/>
            <a:ext cx="1507333" cy="342000"/>
          </a:xfrm>
          <a:prstGeom prst="rect">
            <a:avLst/>
          </a:prstGeom>
        </p:spPr>
      </p:pic>
      <p:sp>
        <p:nvSpPr>
          <p:cNvPr id="9" name="Graphic 499">
            <a:extLst>
              <a:ext uri="{FF2B5EF4-FFF2-40B4-BE49-F238E27FC236}">
                <a16:creationId xmlns:a16="http://schemas.microsoft.com/office/drawing/2014/main" id="{7D7E05FB-C9E9-6693-67AC-83A4DA3AA6AC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0" name="Graphic 499">
            <a:extLst>
              <a:ext uri="{FF2B5EF4-FFF2-40B4-BE49-F238E27FC236}">
                <a16:creationId xmlns:a16="http://schemas.microsoft.com/office/drawing/2014/main" id="{E1C00938-8260-F3B7-3D0B-FDFC66A15560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3" name="Graphic 499">
            <a:extLst>
              <a:ext uri="{FF2B5EF4-FFF2-40B4-BE49-F238E27FC236}">
                <a16:creationId xmlns:a16="http://schemas.microsoft.com/office/drawing/2014/main" id="{E4C99AB6-424C-93FD-489A-1B4B4ACE9EE1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4" name="Graphic 499">
            <a:extLst>
              <a:ext uri="{FF2B5EF4-FFF2-40B4-BE49-F238E27FC236}">
                <a16:creationId xmlns:a16="http://schemas.microsoft.com/office/drawing/2014/main" id="{F90C09AA-B89F-4AE4-7E33-201F00BAE788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871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1 - BG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360000"/>
            <a:ext cx="12192000" cy="649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F3E03025-9780-2045-4B10-711C2944FA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5575" y="4666466"/>
            <a:ext cx="2127185" cy="1508105"/>
          </a:xfrm>
        </p:spPr>
        <p:txBody>
          <a:bodyPr anchor="b">
            <a:spAutoFit/>
          </a:bodyPr>
          <a:lstStyle>
            <a:lvl1pPr marL="0" indent="0" algn="r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ED490B62-946D-EDF7-B9EC-A385DF104F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4738590"/>
            <a:ext cx="6591600" cy="1194173"/>
          </a:xfrm>
        </p:spPr>
        <p:txBody>
          <a:bodyPr anchor="b">
            <a:sp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pic>
        <p:nvPicPr>
          <p:cNvPr id="6" name="Picture 5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E4CC9411-811C-E3E7-AD64-6F88F16726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825" y="4140875"/>
            <a:ext cx="1507333" cy="342000"/>
          </a:xfrm>
          <a:prstGeom prst="rect">
            <a:avLst/>
          </a:prstGeom>
        </p:spPr>
      </p:pic>
      <p:sp>
        <p:nvSpPr>
          <p:cNvPr id="2" name="Graphic 499">
            <a:extLst>
              <a:ext uri="{FF2B5EF4-FFF2-40B4-BE49-F238E27FC236}">
                <a16:creationId xmlns:a16="http://schemas.microsoft.com/office/drawing/2014/main" id="{598DD00D-D312-9230-53EA-CF298D2D67D1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3" name="Graphic 499">
            <a:extLst>
              <a:ext uri="{FF2B5EF4-FFF2-40B4-BE49-F238E27FC236}">
                <a16:creationId xmlns:a16="http://schemas.microsoft.com/office/drawing/2014/main" id="{80BE4CFB-79AD-3140-FC8A-BCA361ACA869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" name="Graphic 499">
            <a:extLst>
              <a:ext uri="{FF2B5EF4-FFF2-40B4-BE49-F238E27FC236}">
                <a16:creationId xmlns:a16="http://schemas.microsoft.com/office/drawing/2014/main" id="{D84F9C47-4B36-D321-416C-A89C9C16E38A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8" name="Graphic 499">
            <a:extLst>
              <a:ext uri="{FF2B5EF4-FFF2-40B4-BE49-F238E27FC236}">
                <a16:creationId xmlns:a16="http://schemas.microsoft.com/office/drawing/2014/main" id="{98814163-6753-AE06-8812-7249621DDD2D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322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1 - BG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360000"/>
            <a:ext cx="12192000" cy="649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F3E03025-9780-2045-4B10-711C2944FA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5575" y="4666466"/>
            <a:ext cx="2127185" cy="1508105"/>
          </a:xfrm>
        </p:spPr>
        <p:txBody>
          <a:bodyPr anchor="b">
            <a:spAutoFit/>
          </a:bodyPr>
          <a:lstStyle>
            <a:lvl1pPr marL="0" indent="0" algn="r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ED490B62-946D-EDF7-B9EC-A385DF104F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4738590"/>
            <a:ext cx="6591600" cy="1194173"/>
          </a:xfrm>
        </p:spPr>
        <p:txBody>
          <a:bodyPr anchor="b">
            <a:sp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pic>
        <p:nvPicPr>
          <p:cNvPr id="6" name="Picture 5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E4CC9411-811C-E3E7-AD64-6F88F16726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825" y="4140875"/>
            <a:ext cx="1507333" cy="342000"/>
          </a:xfrm>
          <a:prstGeom prst="rect">
            <a:avLst/>
          </a:prstGeom>
        </p:spPr>
      </p:pic>
      <p:sp>
        <p:nvSpPr>
          <p:cNvPr id="2" name="Graphic 499">
            <a:extLst>
              <a:ext uri="{FF2B5EF4-FFF2-40B4-BE49-F238E27FC236}">
                <a16:creationId xmlns:a16="http://schemas.microsoft.com/office/drawing/2014/main" id="{094809A2-093B-0234-73D4-D499AEA49533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3" name="Graphic 499">
            <a:extLst>
              <a:ext uri="{FF2B5EF4-FFF2-40B4-BE49-F238E27FC236}">
                <a16:creationId xmlns:a16="http://schemas.microsoft.com/office/drawing/2014/main" id="{5E5B6A25-D513-567C-9AAF-5FEFEF693EC9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" name="Graphic 499">
            <a:extLst>
              <a:ext uri="{FF2B5EF4-FFF2-40B4-BE49-F238E27FC236}">
                <a16:creationId xmlns:a16="http://schemas.microsoft.com/office/drawing/2014/main" id="{176A0063-3E35-3425-2082-BB2560DC6563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8" name="Graphic 499">
            <a:extLst>
              <a:ext uri="{FF2B5EF4-FFF2-40B4-BE49-F238E27FC236}">
                <a16:creationId xmlns:a16="http://schemas.microsoft.com/office/drawing/2014/main" id="{AC3BA948-CB3E-623F-84FB-45A7E89A0F78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876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2 - BG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9B66DDA-D724-E429-54EA-F1970E10F64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6" name="Graphic 499">
            <a:extLst>
              <a:ext uri="{FF2B5EF4-FFF2-40B4-BE49-F238E27FC236}">
                <a16:creationId xmlns:a16="http://schemas.microsoft.com/office/drawing/2014/main" id="{9D40CE5F-5AC7-5584-7F97-7198B1B9F9A6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7" name="Graphic 499">
            <a:extLst>
              <a:ext uri="{FF2B5EF4-FFF2-40B4-BE49-F238E27FC236}">
                <a16:creationId xmlns:a16="http://schemas.microsoft.com/office/drawing/2014/main" id="{51F11729-A61F-7092-0FDB-2B96ECFEC3AF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8" name="Graphic 499">
            <a:extLst>
              <a:ext uri="{FF2B5EF4-FFF2-40B4-BE49-F238E27FC236}">
                <a16:creationId xmlns:a16="http://schemas.microsoft.com/office/drawing/2014/main" id="{7BCA2DE0-E39C-98FF-286A-5A30A982684A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9" name="Graphic 499">
            <a:extLst>
              <a:ext uri="{FF2B5EF4-FFF2-40B4-BE49-F238E27FC236}">
                <a16:creationId xmlns:a16="http://schemas.microsoft.com/office/drawing/2014/main" id="{2A12BFF5-C7C9-0956-BA90-ED12D0C7A9DD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" name="Text Placeholder 37">
            <a:extLst>
              <a:ext uri="{FF2B5EF4-FFF2-40B4-BE49-F238E27FC236}">
                <a16:creationId xmlns:a16="http://schemas.microsoft.com/office/drawing/2014/main" id="{2A5D029F-D0FA-85BB-9656-BC9F4E69D9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2375" y="1065600"/>
            <a:ext cx="2107949" cy="1508105"/>
          </a:xfrm>
        </p:spPr>
        <p:txBody>
          <a:bodyPr wrap="none" anchor="b">
            <a:sp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3" name="Text Placeholder 37">
            <a:extLst>
              <a:ext uri="{FF2B5EF4-FFF2-40B4-BE49-F238E27FC236}">
                <a16:creationId xmlns:a16="http://schemas.microsoft.com/office/drawing/2014/main" id="{5E9D62A9-72B4-8913-9509-22C328CC3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3293964"/>
            <a:ext cx="6591600" cy="2638800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00195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2 - BG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EEDB20-79A8-6A1E-E67F-9D7B09182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F3E03025-9780-2045-4B10-711C2944FA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2375" y="1065600"/>
            <a:ext cx="2107949" cy="1508105"/>
          </a:xfrm>
        </p:spPr>
        <p:txBody>
          <a:bodyPr wrap="none" anchor="b">
            <a:sp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ED490B62-946D-EDF7-B9EC-A385DF104F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3293964"/>
            <a:ext cx="6591600" cy="2638800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9" name="Graphic 499">
            <a:extLst>
              <a:ext uri="{FF2B5EF4-FFF2-40B4-BE49-F238E27FC236}">
                <a16:creationId xmlns:a16="http://schemas.microsoft.com/office/drawing/2014/main" id="{7D7E05FB-C9E9-6693-67AC-83A4DA3AA6AC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0" name="Graphic 499">
            <a:extLst>
              <a:ext uri="{FF2B5EF4-FFF2-40B4-BE49-F238E27FC236}">
                <a16:creationId xmlns:a16="http://schemas.microsoft.com/office/drawing/2014/main" id="{E1C00938-8260-F3B7-3D0B-FDFC66A15560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3" name="Graphic 499">
            <a:extLst>
              <a:ext uri="{FF2B5EF4-FFF2-40B4-BE49-F238E27FC236}">
                <a16:creationId xmlns:a16="http://schemas.microsoft.com/office/drawing/2014/main" id="{E4C99AB6-424C-93FD-489A-1B4B4ACE9EE1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4" name="Graphic 499">
            <a:extLst>
              <a:ext uri="{FF2B5EF4-FFF2-40B4-BE49-F238E27FC236}">
                <a16:creationId xmlns:a16="http://schemas.microsoft.com/office/drawing/2014/main" id="{F90C09AA-B89F-4AE4-7E33-201F00BAE788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2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2 - BG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" name="Graphic 499">
            <a:extLst>
              <a:ext uri="{FF2B5EF4-FFF2-40B4-BE49-F238E27FC236}">
                <a16:creationId xmlns:a16="http://schemas.microsoft.com/office/drawing/2014/main" id="{598DD00D-D312-9230-53EA-CF298D2D67D1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3" name="Graphic 499">
            <a:extLst>
              <a:ext uri="{FF2B5EF4-FFF2-40B4-BE49-F238E27FC236}">
                <a16:creationId xmlns:a16="http://schemas.microsoft.com/office/drawing/2014/main" id="{80BE4CFB-79AD-3140-FC8A-BCA361ACA869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" name="Graphic 499">
            <a:extLst>
              <a:ext uri="{FF2B5EF4-FFF2-40B4-BE49-F238E27FC236}">
                <a16:creationId xmlns:a16="http://schemas.microsoft.com/office/drawing/2014/main" id="{D84F9C47-4B36-D321-416C-A89C9C16E38A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8" name="Graphic 499">
            <a:extLst>
              <a:ext uri="{FF2B5EF4-FFF2-40B4-BE49-F238E27FC236}">
                <a16:creationId xmlns:a16="http://schemas.microsoft.com/office/drawing/2014/main" id="{98814163-6753-AE06-8812-7249621DDD2D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76EADE7F-1E92-FA21-5089-583872F8C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2375" y="1065600"/>
            <a:ext cx="2107949" cy="1508105"/>
          </a:xfrm>
        </p:spPr>
        <p:txBody>
          <a:bodyPr wrap="none" anchor="b">
            <a:sp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6E469024-A4C1-E39A-1A0E-5E7D864987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3293964"/>
            <a:ext cx="6591600" cy="2638800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23391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02 - BG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" name="Graphic 499">
            <a:extLst>
              <a:ext uri="{FF2B5EF4-FFF2-40B4-BE49-F238E27FC236}">
                <a16:creationId xmlns:a16="http://schemas.microsoft.com/office/drawing/2014/main" id="{094809A2-093B-0234-73D4-D499AEA49533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3" name="Graphic 499">
            <a:extLst>
              <a:ext uri="{FF2B5EF4-FFF2-40B4-BE49-F238E27FC236}">
                <a16:creationId xmlns:a16="http://schemas.microsoft.com/office/drawing/2014/main" id="{5E5B6A25-D513-567C-9AAF-5FEFEF693EC9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5" name="Graphic 499">
            <a:extLst>
              <a:ext uri="{FF2B5EF4-FFF2-40B4-BE49-F238E27FC236}">
                <a16:creationId xmlns:a16="http://schemas.microsoft.com/office/drawing/2014/main" id="{176A0063-3E35-3425-2082-BB2560DC6563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8" name="Graphic 499">
            <a:extLst>
              <a:ext uri="{FF2B5EF4-FFF2-40B4-BE49-F238E27FC236}">
                <a16:creationId xmlns:a16="http://schemas.microsoft.com/office/drawing/2014/main" id="{AC3BA948-CB3E-623F-84FB-45A7E89A0F78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BA280994-4602-9DD2-5010-0442C17D75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2375" y="1065600"/>
            <a:ext cx="2107949" cy="1508105"/>
          </a:xfrm>
        </p:spPr>
        <p:txBody>
          <a:bodyPr wrap="none" anchor="b">
            <a:sp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0BE08964-01C2-4031-3991-A0DC2D1852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3293964"/>
            <a:ext cx="6591600" cy="2638800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979748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3" name="Title 5">
            <a:extLst>
              <a:ext uri="{FF2B5EF4-FFF2-40B4-BE49-F238E27FC236}">
                <a16:creationId xmlns:a16="http://schemas.microsoft.com/office/drawing/2014/main" id="{871D4783-9965-8325-0A30-4B8E45F4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7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4" name="Text Placeholder 141">
            <a:extLst>
              <a:ext uri="{FF2B5EF4-FFF2-40B4-BE49-F238E27FC236}">
                <a16:creationId xmlns:a16="http://schemas.microsoft.com/office/drawing/2014/main" id="{A40E387A-7EDC-9D9B-8DC1-CE0343316E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7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556D5D1D-1723-C985-DCD6-B1AB66D35E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76" y="1792223"/>
            <a:ext cx="11505600" cy="4705611"/>
          </a:xfrm>
        </p:spPr>
        <p:txBody>
          <a:bodyPr/>
          <a:lstStyle>
            <a:lvl1pPr marL="252000"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730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 - light w/ foo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7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67A4AE-A4EC-6D14-F892-E8FFDB549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027420"/>
            <a:ext cx="12192000" cy="83058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360000" rIns="360000" anchor="ctr"/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60172F-744E-D9B2-C52F-D3FEE08D1EF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320448-986A-DBCC-347B-5DD9FDBB0210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81F2E5-722D-D8D0-4230-8B60FABF64B3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CDB76C-97B3-B06B-BB80-2D890434E5E4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C00E1AA-2212-8561-1EF8-BDAA9CF7192D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C361ED7F-9677-19BE-BE59-C9A5E2537DC0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E64D09-CA2C-7C11-9E5D-17A74C066EF1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F09647-D85A-1E7E-3E9B-A41458A06467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B8C536-3592-978A-5CBB-F4E948824330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F3D2DA-F67D-EF17-9E86-E9E6366498BC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BBC5FA-09AE-321A-4F18-9B792AFA3495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00F059-7883-0F53-A746-DBB378A7D10B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A4E3ED-5A2C-E74B-71DB-FCF829361084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3452EC-91B1-557D-47E8-E14DCCBF6D87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FE811C-2CFD-0DE8-3AD9-41081F8C3D53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3AA664-5AEB-84E7-0484-458FD50E6111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809BDE-7248-9878-5CEF-ED600BCC3F94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1D11B9-1F1C-330A-DB8A-A3801DD64B49}"/>
              </a:ext>
            </a:extLst>
          </p:cNvPr>
          <p:cNvSpPr/>
          <p:nvPr userDrawn="1"/>
        </p:nvSpPr>
        <p:spPr bwMode="gray">
          <a:xfrm flipH="1">
            <a:off x="11889634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" name="Text Placeholder 141">
            <a:extLst>
              <a:ext uri="{FF2B5EF4-FFF2-40B4-BE49-F238E27FC236}">
                <a16:creationId xmlns:a16="http://schemas.microsoft.com/office/drawing/2014/main" id="{E6058B8A-B8C5-1365-40B6-FAEBBF9E80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7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C1F2F83A-76B3-2C28-4977-223FFE7521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76" y="1792224"/>
            <a:ext cx="11505600" cy="4013196"/>
          </a:xfrm>
        </p:spPr>
        <p:txBody>
          <a:bodyPr/>
          <a:lstStyle>
            <a:lvl1pPr marL="252000"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9611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 -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1" name="Title 5">
            <a:extLst>
              <a:ext uri="{FF2B5EF4-FFF2-40B4-BE49-F238E27FC236}">
                <a16:creationId xmlns:a16="http://schemas.microsoft.com/office/drawing/2014/main" id="{E3664C30-F706-5891-A374-77C0CB06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7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3" name="Text Placeholder 141">
            <a:extLst>
              <a:ext uri="{FF2B5EF4-FFF2-40B4-BE49-F238E27FC236}">
                <a16:creationId xmlns:a16="http://schemas.microsoft.com/office/drawing/2014/main" id="{ED82016E-CCF5-66EC-4B49-A968BCFA32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7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1B969415-F441-B8A0-66CB-81EF54D641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76" y="1792223"/>
            <a:ext cx="11505600" cy="4705611"/>
          </a:xfrm>
        </p:spPr>
        <p:txBody>
          <a:bodyPr/>
          <a:lstStyle>
            <a:lvl1pPr marL="252000"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078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 - grey w/ foo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60172F-744E-D9B2-C52F-D3FEE08D1EF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320448-986A-DBCC-347B-5DD9FDBB0210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81F2E5-722D-D8D0-4230-8B60FABF64B3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CDB76C-97B3-B06B-BB80-2D890434E5E4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C00E1AA-2212-8561-1EF8-BDAA9CF7192D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F28EA303-FB9A-3A56-BBEF-6CCADD8448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027420"/>
            <a:ext cx="12192000" cy="83058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360000" rIns="360000" anchor="ctr"/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B7BBF6D-0927-795B-14A6-07DEA37B2D48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5B327A3-6CDE-D52E-E25F-E32276606B34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00F4F91-7569-674A-05F6-E8CC7631A0A4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F308935-90C4-1ECC-5A4C-7AE41CA22CA3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FA10B9D-61D9-D6D2-AA29-13FB16F70AF1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8BA0686-CBBE-7826-AF15-89A20036477D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3955BFF-0D02-30CC-3128-5D5285233CA6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6613AC9-4D41-23DD-7E9C-A70488F75B85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6D498C-300C-0C8A-CCAF-22570291DE1B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B757536-611E-581D-D1A8-56143EC00A68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F6856D-4A25-C2F4-65C7-4128430BA378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F5920D0-F516-EBCF-8025-F4BA1B9E4E06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DC85A95-A6C1-6FAA-9BCB-650DA7FC57AF}"/>
              </a:ext>
            </a:extLst>
          </p:cNvPr>
          <p:cNvSpPr/>
          <p:nvPr userDrawn="1"/>
        </p:nvSpPr>
        <p:spPr bwMode="gray">
          <a:xfrm flipH="1">
            <a:off x="11889634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04A1174-0247-DC1F-24B0-FAA5079A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7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5" name="Text Placeholder 141">
            <a:extLst>
              <a:ext uri="{FF2B5EF4-FFF2-40B4-BE49-F238E27FC236}">
                <a16:creationId xmlns:a16="http://schemas.microsoft.com/office/drawing/2014/main" id="{5273907F-E1CF-A51F-9774-97BD8459A2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7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B66592EB-B704-6D4C-720C-DE74AFE99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76" y="1792224"/>
            <a:ext cx="11505600" cy="4013196"/>
          </a:xfrm>
        </p:spPr>
        <p:txBody>
          <a:bodyPr/>
          <a:lstStyle>
            <a:lvl1pPr marL="252000"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65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 -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pic>
        <p:nvPicPr>
          <p:cNvPr id="2" name="Picture 1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47BAFCA-0DD7-FCDB-EBD8-F4E0C1BC5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635315" y="327615"/>
            <a:ext cx="229025" cy="342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D5ED95A-EFE5-19D9-47D6-547341BBFFF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11FDF4C-29DE-08E4-70CE-7F930331E147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E5BCE84-AF86-AF55-0F1D-1F55B804CAA3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9862EC-95D7-48D1-B988-288465EA626E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3F3694D-EFE0-BD8E-B4DC-373044DC3CDE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1" name="Title 5">
            <a:extLst>
              <a:ext uri="{FF2B5EF4-FFF2-40B4-BE49-F238E27FC236}">
                <a16:creationId xmlns:a16="http://schemas.microsoft.com/office/drawing/2014/main" id="{7C2B976F-FCA7-0DB4-7E72-62F3A39D7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7" y="842400"/>
            <a:ext cx="1150366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3" name="Text Placeholder 141">
            <a:extLst>
              <a:ext uri="{FF2B5EF4-FFF2-40B4-BE49-F238E27FC236}">
                <a16:creationId xmlns:a16="http://schemas.microsoft.com/office/drawing/2014/main" id="{D8BBB99C-77DD-9B1E-5369-A98B33C29A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7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bg2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17B05C9A-11E4-5BCE-E1C1-A5370A12A0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976" y="1792223"/>
            <a:ext cx="11505600" cy="4705611"/>
          </a:xfrm>
        </p:spPr>
        <p:txBody>
          <a:bodyPr/>
          <a:lstStyle>
            <a:lvl1pPr marL="252000"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4506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 - dark w/ foot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pic>
        <p:nvPicPr>
          <p:cNvPr id="2" name="Picture 1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47BAFCA-0DD7-FCDB-EBD8-F4E0C1BC5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635315" y="327615"/>
            <a:ext cx="229025" cy="342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D5ED95A-EFE5-19D9-47D6-547341BBFFF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11FDF4C-29DE-08E4-70CE-7F930331E147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E5BCE84-AF86-AF55-0F1D-1F55B804CAA3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9862EC-95D7-48D1-B988-288465EA626E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3F3694D-EFE0-BD8E-B4DC-373044DC3CDE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2A679601-E95B-2E9A-44C4-02EC7FB3DB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027420"/>
            <a:ext cx="12192000" cy="83058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360000" rIns="360000" anchor="ctr"/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C62803-FC08-21AF-8802-68E9D57272B2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3B205B-E34E-7F54-3129-C4167B0B750C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52D1BC-CAA1-884A-3E8D-071549E0D526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C02A34B-235A-8FAE-1F54-0F21E1E25E22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34DF54-206E-83FE-F710-06E9A4A8D0E1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C5A2173-5E74-371E-E13B-6716995DB5D6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11C5D0-5BE2-FDB4-E974-C7278484481C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0551319-A053-56B4-C249-DCE86688C235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F88DFE1-5B88-1927-2961-F05CB65E4D08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7499E9-006E-1673-280F-2D15A982F7E6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6C1FAB9-D3D2-B939-8506-B3C3346D82DF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5439C0-368D-E694-291A-7BFFA8D02875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B21EA4A-7739-7E53-41B6-B9DEADD1E499}"/>
              </a:ext>
            </a:extLst>
          </p:cNvPr>
          <p:cNvSpPr/>
          <p:nvPr userDrawn="1"/>
        </p:nvSpPr>
        <p:spPr bwMode="gray">
          <a:xfrm flipH="1">
            <a:off x="11889634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C7EBA03D-55CE-4199-8899-37FE5935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7" y="842400"/>
            <a:ext cx="1150366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141">
            <a:extLst>
              <a:ext uri="{FF2B5EF4-FFF2-40B4-BE49-F238E27FC236}">
                <a16:creationId xmlns:a16="http://schemas.microsoft.com/office/drawing/2014/main" id="{7AC4CC96-BE8B-4E8F-0CE1-B340569A5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977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bg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DB514A57-1322-5960-F76D-9943EE8A74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7976" y="1792224"/>
            <a:ext cx="11505600" cy="4013196"/>
          </a:xfrm>
        </p:spPr>
        <p:txBody>
          <a:bodyPr/>
          <a:lstStyle>
            <a:lvl1pPr marL="252000"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3485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1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073BA27-5757-6BD2-996E-201AD3EF0A5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27978" y="2217118"/>
            <a:ext cx="11505600" cy="428071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marL="180000" marR="0" lvl="0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/>
                <a:ea typeface="+mn-ea"/>
                <a:cs typeface="+mn-cs"/>
              </a:rPr>
              <a:t>Click to edit Master text styles</a:t>
            </a:r>
          </a:p>
          <a:p>
            <a:pPr marL="360000" marR="0" lvl="1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Second level</a:t>
            </a:r>
          </a:p>
          <a:p>
            <a:pPr marL="540000" marR="0" lvl="2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Third level</a:t>
            </a:r>
          </a:p>
          <a:p>
            <a:pPr marL="720000" marR="0" lvl="3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Fourth level</a:t>
            </a:r>
          </a:p>
          <a:p>
            <a:pPr marL="900000" marR="0" lvl="4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13" name="Text Placeholder 141">
            <a:extLst>
              <a:ext uri="{FF2B5EF4-FFF2-40B4-BE49-F238E27FC236}">
                <a16:creationId xmlns:a16="http://schemas.microsoft.com/office/drawing/2014/main" id="{EDE13BD5-2ADB-E288-F607-E9D5E00A79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977" y="1898896"/>
            <a:ext cx="1150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79399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2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40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EF7A1C33-21DD-149C-8860-268E550E49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141">
            <a:extLst>
              <a:ext uri="{FF2B5EF4-FFF2-40B4-BE49-F238E27FC236}">
                <a16:creationId xmlns:a16="http://schemas.microsoft.com/office/drawing/2014/main" id="{22A1EEA0-1FE5-753A-32B4-C63520F70F7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76962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E3ED8D4-A5DA-49B2-9164-88D674ED5A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27978" y="2217118"/>
            <a:ext cx="55566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FA1F395-D3A1-10F7-564A-DD4A3DB1888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76000" y="2217118"/>
            <a:ext cx="55566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8920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3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1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464BF418-A89F-ACB8-E18F-82DC20BA8C9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BADFCB05-348E-5DBD-17B2-09362271014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88899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AC36951F-5FC6-4E50-556E-A02F8261A0C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49820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B92168-F5D7-6B15-A4C8-E651EC5EA12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27978" y="2217118"/>
            <a:ext cx="35844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A2008D5-59D8-F645-7955-C69BA4BB395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288578" y="2217118"/>
            <a:ext cx="35844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7C362D-DB35-802E-CA89-43FAB5D57A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249178" y="2217118"/>
            <a:ext cx="35844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8403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4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6" name="Text Placeholder 141">
            <a:extLst>
              <a:ext uri="{FF2B5EF4-FFF2-40B4-BE49-F238E27FC236}">
                <a16:creationId xmlns:a16="http://schemas.microsoft.com/office/drawing/2014/main" id="{DA719F9D-48FC-7ECD-2E91-273E9C3B38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8E1FC23F-D657-1916-A35E-31996C39CE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96592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C62D546E-76C8-FB00-A65F-F3BE0FDC83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65206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4AFE1248-4D8B-488E-88C0-A62244B4D2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233819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8A582CA-AD16-1A34-380A-997107ECFCA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27978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122848C-AFFE-8413-44A5-5442F214BE3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296431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562F085-9718-096B-EB76-DFCECB9977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264884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14C773D-3FA8-6584-13C8-633D8369FF2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33338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6769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4 -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EF7A1C33-21DD-149C-8860-268E550E49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141">
            <a:extLst>
              <a:ext uri="{FF2B5EF4-FFF2-40B4-BE49-F238E27FC236}">
                <a16:creationId xmlns:a16="http://schemas.microsoft.com/office/drawing/2014/main" id="{22A1EEA0-1FE5-753A-32B4-C63520F70F7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76000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E3ED8D4-A5DA-49B2-9164-88D674ED5A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27978" y="2217118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FA1F395-D3A1-10F7-564A-DD4A3DB1888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75038" y="2217118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FFABF1B9-9505-B6F6-0062-2D6EC876217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7978" y="4378268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7547E0F0-DD50-A46B-0FCF-7211D655B84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76000" y="4378268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F7966EA-3870-A81D-7AE4-3C166D99EEE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27978" y="4696489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7DC5790-EB71-02FA-0569-0F2824FEED4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275038" y="4696489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6598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1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464BF418-A89F-ACB8-E18F-82DC20BA8C9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BADFCB05-348E-5DBD-17B2-09362271014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88899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AC36951F-5FC6-4E50-556E-A02F8261A0C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49820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B92168-F5D7-6B15-A4C8-E651EC5EA12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27978" y="2217118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A2008D5-59D8-F645-7955-C69BA4BB395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288578" y="2217118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7C362D-DB35-802E-CA89-43FAB5D57A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249178" y="2217118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41">
            <a:extLst>
              <a:ext uri="{FF2B5EF4-FFF2-40B4-BE49-F238E27FC236}">
                <a16:creationId xmlns:a16="http://schemas.microsoft.com/office/drawing/2014/main" id="{76CEE291-E1B3-581A-039E-F6251D26047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978" y="4378268"/>
            <a:ext cx="358377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D7EDEC7-3152-77A1-4A48-A45A803334E3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27978" y="4696489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41">
            <a:extLst>
              <a:ext uri="{FF2B5EF4-FFF2-40B4-BE49-F238E27FC236}">
                <a16:creationId xmlns:a16="http://schemas.microsoft.com/office/drawing/2014/main" id="{2750E7F8-D5A6-037C-F652-93BFAC9A4A2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88888" y="4378268"/>
            <a:ext cx="358377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986BEB6-0934-CA63-5609-50AF9817A23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288578" y="4696489"/>
            <a:ext cx="35844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1">
            <a:extLst>
              <a:ext uri="{FF2B5EF4-FFF2-40B4-BE49-F238E27FC236}">
                <a16:creationId xmlns:a16="http://schemas.microsoft.com/office/drawing/2014/main" id="{38FB705E-C496-6038-9F40-E12256D2512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49799" y="4378268"/>
            <a:ext cx="358377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2DBDD89-8196-CD59-B40E-30C2AFD1C5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49178" y="4696489"/>
            <a:ext cx="35844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847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8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5" name="Text Placeholder 141">
            <a:extLst>
              <a:ext uri="{FF2B5EF4-FFF2-40B4-BE49-F238E27FC236}">
                <a16:creationId xmlns:a16="http://schemas.microsoft.com/office/drawing/2014/main" id="{720F0D0F-C13F-D575-B520-E62D3785ABA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797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6" name="Text Placeholder 141">
            <a:extLst>
              <a:ext uri="{FF2B5EF4-FFF2-40B4-BE49-F238E27FC236}">
                <a16:creationId xmlns:a16="http://schemas.microsoft.com/office/drawing/2014/main" id="{1E4F6DAE-FE24-B5EC-D9A8-0032A656ECB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29723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500C81F-C513-BFC7-8CA1-2874653F094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279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D3AA3FDB-76DB-B5F9-B8E0-657CCE3FE79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2970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141">
            <a:extLst>
              <a:ext uri="{FF2B5EF4-FFF2-40B4-BE49-F238E27FC236}">
                <a16:creationId xmlns:a16="http://schemas.microsoft.com/office/drawing/2014/main" id="{DEF175F9-58B1-751F-C212-AA19BBE07DA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26649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1" name="Text Placeholder 141">
            <a:extLst>
              <a:ext uri="{FF2B5EF4-FFF2-40B4-BE49-F238E27FC236}">
                <a16:creationId xmlns:a16="http://schemas.microsoft.com/office/drawing/2014/main" id="{939E0944-FBC1-DAFF-7ABB-1E2DF55C44E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235759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C50FC5F-161D-BDC5-BDE5-3B5D67A826F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661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1DAAFA5-27BA-6371-D74A-3A8A9A83E55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2352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Text Placeholder 141">
            <a:extLst>
              <a:ext uri="{FF2B5EF4-FFF2-40B4-BE49-F238E27FC236}">
                <a16:creationId xmlns:a16="http://schemas.microsoft.com/office/drawing/2014/main" id="{A1DCDB8E-C6F2-B5BD-1451-E1C2B0BA02B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27978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5" name="Text Placeholder 141">
            <a:extLst>
              <a:ext uri="{FF2B5EF4-FFF2-40B4-BE49-F238E27FC236}">
                <a16:creationId xmlns:a16="http://schemas.microsoft.com/office/drawing/2014/main" id="{75A27685-02AA-CCAE-4F22-0EBB7FCA8E8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97238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37A3E7C-5B03-D4E8-45CE-8619E988D19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279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4A96AD83-A0D2-7F32-DFB7-0C259D8F4837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2970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ext Placeholder 141">
            <a:extLst>
              <a:ext uri="{FF2B5EF4-FFF2-40B4-BE49-F238E27FC236}">
                <a16:creationId xmlns:a16="http://schemas.microsoft.com/office/drawing/2014/main" id="{D3686240-051A-FF34-4B3F-FA56E09EC29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66498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9" name="Text Placeholder 141">
            <a:extLst>
              <a:ext uri="{FF2B5EF4-FFF2-40B4-BE49-F238E27FC236}">
                <a16:creationId xmlns:a16="http://schemas.microsoft.com/office/drawing/2014/main" id="{1ECCBC5D-C99A-4461-66CF-31B6DFBD87A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235759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D9D69B0B-953A-849B-F289-7428DCFB7345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2661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131A6B07-DB6F-77AB-3B0D-1C9708F21A6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2352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7839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1 -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073BA27-5757-6BD2-996E-201AD3EF0A5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27978" y="2217118"/>
            <a:ext cx="11505600" cy="428071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marL="180000" marR="0" lvl="0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/>
                <a:ea typeface="+mn-ea"/>
                <a:cs typeface="+mn-cs"/>
              </a:rPr>
              <a:t>Click to edit Master text styles</a:t>
            </a:r>
          </a:p>
          <a:p>
            <a:pPr marL="360000" marR="0" lvl="1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Second level</a:t>
            </a:r>
          </a:p>
          <a:p>
            <a:pPr marL="540000" marR="0" lvl="2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Third level</a:t>
            </a:r>
          </a:p>
          <a:p>
            <a:pPr marL="720000" marR="0" lvl="3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Fourth level</a:t>
            </a:r>
          </a:p>
          <a:p>
            <a:pPr marL="900000" marR="0" lvl="4" indent="-18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2A74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2C3E"/>
                </a:solidFill>
                <a:effectLst/>
                <a:uLnTx/>
                <a:uFillTx/>
                <a:latin typeface="Regnology Sans" panose="00000500000000000000" pitchFamily="2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13" name="Text Placeholder 141">
            <a:extLst>
              <a:ext uri="{FF2B5EF4-FFF2-40B4-BE49-F238E27FC236}">
                <a16:creationId xmlns:a16="http://schemas.microsoft.com/office/drawing/2014/main" id="{EDE13BD5-2ADB-E288-F607-E9D5E00A79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7977" y="1898896"/>
            <a:ext cx="1150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961182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2 -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40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EF7A1C33-21DD-149C-8860-268E550E49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141">
            <a:extLst>
              <a:ext uri="{FF2B5EF4-FFF2-40B4-BE49-F238E27FC236}">
                <a16:creationId xmlns:a16="http://schemas.microsoft.com/office/drawing/2014/main" id="{22A1EEA0-1FE5-753A-32B4-C63520F70F7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76962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E3ED8D4-A5DA-49B2-9164-88D674ED5A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27978" y="2217118"/>
            <a:ext cx="55566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FA1F395-D3A1-10F7-564A-DD4A3DB1888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76000" y="2217118"/>
            <a:ext cx="55566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2700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3 -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1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464BF418-A89F-ACB8-E18F-82DC20BA8C9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BADFCB05-348E-5DBD-17B2-09362271014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88899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AC36951F-5FC6-4E50-556E-A02F8261A0C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49820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B92168-F5D7-6B15-A4C8-E651EC5EA12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27978" y="2217118"/>
            <a:ext cx="35844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A2008D5-59D8-F645-7955-C69BA4BB395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288578" y="2217118"/>
            <a:ext cx="35844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7C362D-DB35-802E-CA89-43FAB5D57A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249178" y="2217118"/>
            <a:ext cx="35844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8727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4 -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6" name="Text Placeholder 141">
            <a:extLst>
              <a:ext uri="{FF2B5EF4-FFF2-40B4-BE49-F238E27FC236}">
                <a16:creationId xmlns:a16="http://schemas.microsoft.com/office/drawing/2014/main" id="{DA719F9D-48FC-7ECD-2E91-273E9C3B38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8E1FC23F-D657-1916-A35E-31996C39CE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96592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C62D546E-76C8-FB00-A65F-F3BE0FDC83E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65206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4AFE1248-4D8B-488E-88C0-A62244B4D2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233819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8A582CA-AD16-1A34-380A-997107ECFCA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27978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122848C-AFFE-8413-44A5-5442F214BE3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296431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562F085-9718-096B-EB76-DFCECB9977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264884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14C773D-3FA8-6584-13C8-633D8369FF2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33338" y="2217118"/>
            <a:ext cx="2598300" cy="428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91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4 - horizontal -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EF7A1C33-21DD-149C-8860-268E550E49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141">
            <a:extLst>
              <a:ext uri="{FF2B5EF4-FFF2-40B4-BE49-F238E27FC236}">
                <a16:creationId xmlns:a16="http://schemas.microsoft.com/office/drawing/2014/main" id="{22A1EEA0-1FE5-753A-32B4-C63520F70F7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76000" y="1898896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E3ED8D4-A5DA-49B2-9164-88D674ED5A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27978" y="2217118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FA1F395-D3A1-10F7-564A-DD4A3DB1888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75038" y="2217118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FFABF1B9-9505-B6F6-0062-2D6EC876217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7978" y="4378268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7547E0F0-DD50-A46B-0FCF-7211D655B84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76000" y="4378268"/>
            <a:ext cx="555563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F7966EA-3870-A81D-7AE4-3C166D99EEE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27978" y="4696489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7DC5790-EB71-02FA-0569-0F2824FEED4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275038" y="4696489"/>
            <a:ext cx="55566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8382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6 -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1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464BF418-A89F-ACB8-E18F-82DC20BA8C9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978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141">
            <a:extLst>
              <a:ext uri="{FF2B5EF4-FFF2-40B4-BE49-F238E27FC236}">
                <a16:creationId xmlns:a16="http://schemas.microsoft.com/office/drawing/2014/main" id="{BADFCB05-348E-5DBD-17B2-09362271014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88899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AC36951F-5FC6-4E50-556E-A02F8261A0C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49820" y="1898896"/>
            <a:ext cx="358375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B92168-F5D7-6B15-A4C8-E651EC5EA12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27978" y="2217118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A2008D5-59D8-F645-7955-C69BA4BB395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288578" y="2217118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7C362D-DB35-802E-CA89-43FAB5D57A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249178" y="2217118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41">
            <a:extLst>
              <a:ext uri="{FF2B5EF4-FFF2-40B4-BE49-F238E27FC236}">
                <a16:creationId xmlns:a16="http://schemas.microsoft.com/office/drawing/2014/main" id="{76CEE291-E1B3-581A-039E-F6251D26047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7978" y="4378268"/>
            <a:ext cx="358377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D7EDEC7-3152-77A1-4A48-A45A803334E3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27978" y="4696489"/>
            <a:ext cx="3584400" cy="180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41">
            <a:extLst>
              <a:ext uri="{FF2B5EF4-FFF2-40B4-BE49-F238E27FC236}">
                <a16:creationId xmlns:a16="http://schemas.microsoft.com/office/drawing/2014/main" id="{2750E7F8-D5A6-037C-F652-93BFAC9A4A2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88888" y="4378268"/>
            <a:ext cx="358377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986BEB6-0934-CA63-5609-50AF9817A23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288578" y="4696489"/>
            <a:ext cx="35844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1">
            <a:extLst>
              <a:ext uri="{FF2B5EF4-FFF2-40B4-BE49-F238E27FC236}">
                <a16:creationId xmlns:a16="http://schemas.microsoft.com/office/drawing/2014/main" id="{38FB705E-C496-6038-9F40-E12256D2512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49799" y="4378268"/>
            <a:ext cx="358377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2DBDD89-8196-CD59-B40E-30C2AFD1C5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49178" y="4696489"/>
            <a:ext cx="35844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965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8 -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5" name="Text Placeholder 141">
            <a:extLst>
              <a:ext uri="{FF2B5EF4-FFF2-40B4-BE49-F238E27FC236}">
                <a16:creationId xmlns:a16="http://schemas.microsoft.com/office/drawing/2014/main" id="{720F0D0F-C13F-D575-B520-E62D3785ABA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797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6" name="Text Placeholder 141">
            <a:extLst>
              <a:ext uri="{FF2B5EF4-FFF2-40B4-BE49-F238E27FC236}">
                <a16:creationId xmlns:a16="http://schemas.microsoft.com/office/drawing/2014/main" id="{1E4F6DAE-FE24-B5EC-D9A8-0032A656ECB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29723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500C81F-C513-BFC7-8CA1-2874653F094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279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D3AA3FDB-76DB-B5F9-B8E0-657CCE3FE79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2970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141">
            <a:extLst>
              <a:ext uri="{FF2B5EF4-FFF2-40B4-BE49-F238E27FC236}">
                <a16:creationId xmlns:a16="http://schemas.microsoft.com/office/drawing/2014/main" id="{DEF175F9-58B1-751F-C212-AA19BBE07DA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266498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1" name="Text Placeholder 141">
            <a:extLst>
              <a:ext uri="{FF2B5EF4-FFF2-40B4-BE49-F238E27FC236}">
                <a16:creationId xmlns:a16="http://schemas.microsoft.com/office/drawing/2014/main" id="{939E0944-FBC1-DAFF-7ABB-1E2DF55C44E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235759" y="1898896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C50FC5F-161D-BDC5-BDE5-3B5D67A826F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661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1DAAFA5-27BA-6371-D74A-3A8A9A83E55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235278" y="2217118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Text Placeholder 141">
            <a:extLst>
              <a:ext uri="{FF2B5EF4-FFF2-40B4-BE49-F238E27FC236}">
                <a16:creationId xmlns:a16="http://schemas.microsoft.com/office/drawing/2014/main" id="{A1DCDB8E-C6F2-B5BD-1451-E1C2B0BA02B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27978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5" name="Text Placeholder 141">
            <a:extLst>
              <a:ext uri="{FF2B5EF4-FFF2-40B4-BE49-F238E27FC236}">
                <a16:creationId xmlns:a16="http://schemas.microsoft.com/office/drawing/2014/main" id="{75A27685-02AA-CCAE-4F22-0EBB7FCA8E8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97238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637A3E7C-5B03-D4E8-45CE-8619E988D19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279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4A96AD83-A0D2-7F32-DFB7-0C259D8F4837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2970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ext Placeholder 141">
            <a:extLst>
              <a:ext uri="{FF2B5EF4-FFF2-40B4-BE49-F238E27FC236}">
                <a16:creationId xmlns:a16="http://schemas.microsoft.com/office/drawing/2014/main" id="{D3686240-051A-FF34-4B3F-FA56E09EC29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66498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9" name="Text Placeholder 141">
            <a:extLst>
              <a:ext uri="{FF2B5EF4-FFF2-40B4-BE49-F238E27FC236}">
                <a16:creationId xmlns:a16="http://schemas.microsoft.com/office/drawing/2014/main" id="{1ECCBC5D-C99A-4461-66CF-31B6DFBD87A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235759" y="4378268"/>
            <a:ext cx="2597819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D9D69B0B-953A-849B-F289-7428DCFB7345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2661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131A6B07-DB6F-77AB-3B0D-1C9708F21A6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235278" y="4696489"/>
            <a:ext cx="2598300" cy="1801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5783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Icon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08C302C1-4B3F-55DD-B7E9-25D263937420}"/>
              </a:ext>
            </a:extLst>
          </p:cNvPr>
          <p:cNvSpPr>
            <a:spLocks/>
          </p:cNvSpPr>
          <p:nvPr userDrawn="1"/>
        </p:nvSpPr>
        <p:spPr bwMode="gray">
          <a:xfrm>
            <a:off x="0" y="3977432"/>
            <a:ext cx="12192000" cy="20499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48" name="Text Placeholder 141">
            <a:extLst>
              <a:ext uri="{FF2B5EF4-FFF2-40B4-BE49-F238E27FC236}">
                <a16:creationId xmlns:a16="http://schemas.microsoft.com/office/drawing/2014/main" id="{6DDA7B81-355D-452F-13E5-A396346265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2" y="4653355"/>
            <a:ext cx="358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61" name="Text Placeholder 141">
            <a:extLst>
              <a:ext uri="{FF2B5EF4-FFF2-40B4-BE49-F238E27FC236}">
                <a16:creationId xmlns:a16="http://schemas.microsoft.com/office/drawing/2014/main" id="{D638FFDE-C0E1-ADD5-0A18-2C799F7DC8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0362" y="3073567"/>
            <a:ext cx="358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68" name="Text Placeholder 37">
            <a:extLst>
              <a:ext uri="{FF2B5EF4-FFF2-40B4-BE49-F238E27FC236}">
                <a16:creationId xmlns:a16="http://schemas.microsoft.com/office/drawing/2014/main" id="{48BF5BB9-8A83-43C3-22F9-E1A5CE38311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60362" y="3411221"/>
            <a:ext cx="3585600" cy="206210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7" name="Text Placeholder 141">
            <a:extLst>
              <a:ext uri="{FF2B5EF4-FFF2-40B4-BE49-F238E27FC236}">
                <a16:creationId xmlns:a16="http://schemas.microsoft.com/office/drawing/2014/main" id="{64E88C87-7C4B-9498-8A58-9DB79E31C6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0362" y="2311989"/>
            <a:ext cx="3585600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48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F8C58CA6-9E5E-F461-2160-FCE66ED745F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60362" y="4991009"/>
            <a:ext cx="3583758" cy="6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95904B07-2279-E4B8-08DE-D37F754B361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04120" y="4991009"/>
            <a:ext cx="3583758" cy="6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214B56E4-7DD1-B7BC-E5CF-C882FD784B7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247878" y="4991009"/>
            <a:ext cx="3583758" cy="6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 Placeholder 141">
            <a:extLst>
              <a:ext uri="{FF2B5EF4-FFF2-40B4-BE49-F238E27FC236}">
                <a16:creationId xmlns:a16="http://schemas.microsoft.com/office/drawing/2014/main" id="{90595A91-83A7-DA8F-FA64-A4FB5CC7206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04120" y="4653355"/>
            <a:ext cx="358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2" name="Text Placeholder 141">
            <a:extLst>
              <a:ext uri="{FF2B5EF4-FFF2-40B4-BE49-F238E27FC236}">
                <a16:creationId xmlns:a16="http://schemas.microsoft.com/office/drawing/2014/main" id="{B2E31D3E-E358-B6C3-48E7-44B7675B0D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04120" y="3073567"/>
            <a:ext cx="358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0AE5F5E3-2C26-D62D-A8F5-BBE27113D6D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304120" y="3411221"/>
            <a:ext cx="3585600" cy="206210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141">
            <a:extLst>
              <a:ext uri="{FF2B5EF4-FFF2-40B4-BE49-F238E27FC236}">
                <a16:creationId xmlns:a16="http://schemas.microsoft.com/office/drawing/2014/main" id="{A7EF95CD-4B1A-AC5F-4A9F-9D293F6C21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04120" y="2311989"/>
            <a:ext cx="3585600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48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5" name="Text Placeholder 141">
            <a:extLst>
              <a:ext uri="{FF2B5EF4-FFF2-40B4-BE49-F238E27FC236}">
                <a16:creationId xmlns:a16="http://schemas.microsoft.com/office/drawing/2014/main" id="{7F926AB6-8AF2-84B9-991B-4373B12BE50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47878" y="4653355"/>
            <a:ext cx="358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6" name="Text Placeholder 141">
            <a:extLst>
              <a:ext uri="{FF2B5EF4-FFF2-40B4-BE49-F238E27FC236}">
                <a16:creationId xmlns:a16="http://schemas.microsoft.com/office/drawing/2014/main" id="{879E8D4B-CE55-1715-4E3B-444B625EDE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47878" y="3073567"/>
            <a:ext cx="3585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57" name="Text Placeholder 37">
            <a:extLst>
              <a:ext uri="{FF2B5EF4-FFF2-40B4-BE49-F238E27FC236}">
                <a16:creationId xmlns:a16="http://schemas.microsoft.com/office/drawing/2014/main" id="{FA7114D7-F166-13FF-C76A-5D30602DEB9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247878" y="3411221"/>
            <a:ext cx="3585600" cy="206210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2" name="Text Placeholder 141">
            <a:extLst>
              <a:ext uri="{FF2B5EF4-FFF2-40B4-BE49-F238E27FC236}">
                <a16:creationId xmlns:a16="http://schemas.microsoft.com/office/drawing/2014/main" id="{F25A49D0-6EBF-C1C4-306E-DA88720CB31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47878" y="2311989"/>
            <a:ext cx="3585600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48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71" name="Text Placeholder 141">
            <a:extLst>
              <a:ext uri="{FF2B5EF4-FFF2-40B4-BE49-F238E27FC236}">
                <a16:creationId xmlns:a16="http://schemas.microsoft.com/office/drawing/2014/main" id="{E1822A52-6822-76F3-8C95-2B891227D0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4FBFA2DC-5633-88AD-7087-0553E77510B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0" y="6027420"/>
            <a:ext cx="12192000" cy="83058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360000" rIns="360000" anchor="ctr"/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EE2D2B5-AA03-AB2B-D12F-A0BE8C168033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790BCDD-D9AD-75AA-56A8-675198DDAEEB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F5E7115-FBE9-F1C5-EC87-F42CF54BB95B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DFA030C-46D1-1DFF-3773-11422F57F62E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8594649-5C7C-8356-2B37-F298735FC4D4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916D92B-9AF2-A3F3-0040-9E8589DC707A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185C0CF-314E-758F-7040-D4290A521828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64B7923-8957-5BD5-FD61-7EF65F4DC7D7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C71316F-125C-3126-E212-36649C835ECD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E927C3C-D9A6-A5B1-23FB-7D69340CAB3D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8F1A89A-16F3-6595-803A-D62DC8821D1F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CC28310-5FE5-F6D3-AB29-8D29CD325EF9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9348DD9-4DF1-F347-5192-F3540A900E13}"/>
              </a:ext>
            </a:extLst>
          </p:cNvPr>
          <p:cNvSpPr/>
          <p:nvPr userDrawn="1"/>
        </p:nvSpPr>
        <p:spPr bwMode="gray">
          <a:xfrm flipH="1">
            <a:off x="11889634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pic>
        <p:nvPicPr>
          <p:cNvPr id="10" name="Picture 9" descr="Shape, square&#10;&#10;Description automatically generated">
            <a:extLst>
              <a:ext uri="{FF2B5EF4-FFF2-40B4-BE49-F238E27FC236}">
                <a16:creationId xmlns:a16="http://schemas.microsoft.com/office/drawing/2014/main" id="{9809CFB5-35EA-6E8C-34F0-5EA6585051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44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box Icon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08C302C1-4B3F-55DD-B7E9-25D263937420}"/>
              </a:ext>
            </a:extLst>
          </p:cNvPr>
          <p:cNvSpPr>
            <a:spLocks/>
          </p:cNvSpPr>
          <p:nvPr userDrawn="1"/>
        </p:nvSpPr>
        <p:spPr bwMode="gray">
          <a:xfrm>
            <a:off x="0" y="3977432"/>
            <a:ext cx="12192000" cy="20499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48" name="Text Placeholder 141">
            <a:extLst>
              <a:ext uri="{FF2B5EF4-FFF2-40B4-BE49-F238E27FC236}">
                <a16:creationId xmlns:a16="http://schemas.microsoft.com/office/drawing/2014/main" id="{6DDA7B81-355D-452F-13E5-A396346265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4653355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9" name="Text Placeholder 34">
            <a:extLst>
              <a:ext uri="{FF2B5EF4-FFF2-40B4-BE49-F238E27FC236}">
                <a16:creationId xmlns:a16="http://schemas.microsoft.com/office/drawing/2014/main" id="{B94C667F-7E50-6974-F96B-FD8DDD86392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17721" y="4991009"/>
            <a:ext cx="2599200" cy="676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0" name="Text Placeholder 141">
            <a:extLst>
              <a:ext uri="{FF2B5EF4-FFF2-40B4-BE49-F238E27FC236}">
                <a16:creationId xmlns:a16="http://schemas.microsoft.com/office/drawing/2014/main" id="{08FE08AA-E0CF-70F0-0A29-59583E69BE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17721" y="4653355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51" name="Text Placeholder 141">
            <a:extLst>
              <a:ext uri="{FF2B5EF4-FFF2-40B4-BE49-F238E27FC236}">
                <a16:creationId xmlns:a16="http://schemas.microsoft.com/office/drawing/2014/main" id="{1794C682-D237-D6C0-946B-9058CA48F1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5079" y="4653355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52" name="Text Placeholder 141">
            <a:extLst>
              <a:ext uri="{FF2B5EF4-FFF2-40B4-BE49-F238E27FC236}">
                <a16:creationId xmlns:a16="http://schemas.microsoft.com/office/drawing/2014/main" id="{B5966029-E3D9-F9BF-83DE-CE8902E2EC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2437" y="4653355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53" name="Text Placeholder 34">
            <a:extLst>
              <a:ext uri="{FF2B5EF4-FFF2-40B4-BE49-F238E27FC236}">
                <a16:creationId xmlns:a16="http://schemas.microsoft.com/office/drawing/2014/main" id="{A295E9B2-EEFF-1B51-4A4D-9BDFFAD751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75079" y="4991009"/>
            <a:ext cx="2599200" cy="676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4" name="Text Placeholder 34">
            <a:extLst>
              <a:ext uri="{FF2B5EF4-FFF2-40B4-BE49-F238E27FC236}">
                <a16:creationId xmlns:a16="http://schemas.microsoft.com/office/drawing/2014/main" id="{8186304B-AA1E-170B-7700-EDB84E364F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32437" y="4991009"/>
            <a:ext cx="2599200" cy="676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5" name="Text Placeholder 37">
            <a:extLst>
              <a:ext uri="{FF2B5EF4-FFF2-40B4-BE49-F238E27FC236}">
                <a16:creationId xmlns:a16="http://schemas.microsoft.com/office/drawing/2014/main" id="{60EA1403-78C3-5C3C-B609-DAA68D55C8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3" y="4991009"/>
            <a:ext cx="2599200" cy="6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1" name="Text Placeholder 141">
            <a:extLst>
              <a:ext uri="{FF2B5EF4-FFF2-40B4-BE49-F238E27FC236}">
                <a16:creationId xmlns:a16="http://schemas.microsoft.com/office/drawing/2014/main" id="{D638FFDE-C0E1-ADD5-0A18-2C799F7DC8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0363" y="3073567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63" name="Text Placeholder 141">
            <a:extLst>
              <a:ext uri="{FF2B5EF4-FFF2-40B4-BE49-F238E27FC236}">
                <a16:creationId xmlns:a16="http://schemas.microsoft.com/office/drawing/2014/main" id="{9E7D600A-EE7C-E4BB-DB38-2485874844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17721" y="3073567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64" name="Text Placeholder 141">
            <a:extLst>
              <a:ext uri="{FF2B5EF4-FFF2-40B4-BE49-F238E27FC236}">
                <a16:creationId xmlns:a16="http://schemas.microsoft.com/office/drawing/2014/main" id="{BF256CAE-8840-2194-03ED-9D7CA594D96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5079" y="3073567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65" name="Text Placeholder 141">
            <a:extLst>
              <a:ext uri="{FF2B5EF4-FFF2-40B4-BE49-F238E27FC236}">
                <a16:creationId xmlns:a16="http://schemas.microsoft.com/office/drawing/2014/main" id="{BAB6DDC4-1676-CF53-3F59-4198723C0F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32437" y="3073567"/>
            <a:ext cx="2599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68" name="Text Placeholder 37">
            <a:extLst>
              <a:ext uri="{FF2B5EF4-FFF2-40B4-BE49-F238E27FC236}">
                <a16:creationId xmlns:a16="http://schemas.microsoft.com/office/drawing/2014/main" id="{48BF5BB9-8A83-43C3-22F9-E1A5CE38311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60363" y="3411221"/>
            <a:ext cx="2596995" cy="206210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37">
            <a:extLst>
              <a:ext uri="{FF2B5EF4-FFF2-40B4-BE49-F238E27FC236}">
                <a16:creationId xmlns:a16="http://schemas.microsoft.com/office/drawing/2014/main" id="{1609A56A-F068-2130-2612-81AC2BAD11A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17721" y="3411221"/>
            <a:ext cx="2596995" cy="206210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Text Placeholder 37">
            <a:extLst>
              <a:ext uri="{FF2B5EF4-FFF2-40B4-BE49-F238E27FC236}">
                <a16:creationId xmlns:a16="http://schemas.microsoft.com/office/drawing/2014/main" id="{FBE9F269-31A6-0E08-83AB-FA147A9F42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275079" y="3411221"/>
            <a:ext cx="2596995" cy="206210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6" name="Text Placeholder 37">
            <a:extLst>
              <a:ext uri="{FF2B5EF4-FFF2-40B4-BE49-F238E27FC236}">
                <a16:creationId xmlns:a16="http://schemas.microsoft.com/office/drawing/2014/main" id="{A7A4DF45-BB65-1E98-9F03-3B2B9C6DC31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32437" y="3411221"/>
            <a:ext cx="2596995" cy="206210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7" name="Text Placeholder 141">
            <a:extLst>
              <a:ext uri="{FF2B5EF4-FFF2-40B4-BE49-F238E27FC236}">
                <a16:creationId xmlns:a16="http://schemas.microsoft.com/office/drawing/2014/main" id="{64E88C87-7C4B-9498-8A58-9DB79E31C6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0363" y="2311989"/>
            <a:ext cx="2599200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48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2" name="Text Placeholder 141">
            <a:extLst>
              <a:ext uri="{FF2B5EF4-FFF2-40B4-BE49-F238E27FC236}">
                <a16:creationId xmlns:a16="http://schemas.microsoft.com/office/drawing/2014/main" id="{6F1F837E-6593-A5A5-FFE7-3DDEBF9E397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17721" y="2311989"/>
            <a:ext cx="2599200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48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3" name="Text Placeholder 141">
            <a:extLst>
              <a:ext uri="{FF2B5EF4-FFF2-40B4-BE49-F238E27FC236}">
                <a16:creationId xmlns:a16="http://schemas.microsoft.com/office/drawing/2014/main" id="{A41BB4EA-D608-8C2B-8DF7-8A737156B4D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5079" y="2311989"/>
            <a:ext cx="2599200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48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4" name="Text Placeholder 141">
            <a:extLst>
              <a:ext uri="{FF2B5EF4-FFF2-40B4-BE49-F238E27FC236}">
                <a16:creationId xmlns:a16="http://schemas.microsoft.com/office/drawing/2014/main" id="{D20A37D5-D9E3-834F-4430-F87A2F5C7F4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32437" y="2311989"/>
            <a:ext cx="2599200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48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5" name="Text Placeholder 141">
            <a:extLst>
              <a:ext uri="{FF2B5EF4-FFF2-40B4-BE49-F238E27FC236}">
                <a16:creationId xmlns:a16="http://schemas.microsoft.com/office/drawing/2014/main" id="{A4C4A802-06CA-3032-DF07-9888E5209A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86" name="Text Placeholder 10">
            <a:extLst>
              <a:ext uri="{FF2B5EF4-FFF2-40B4-BE49-F238E27FC236}">
                <a16:creationId xmlns:a16="http://schemas.microsoft.com/office/drawing/2014/main" id="{BD5149B5-AC48-264E-5AFF-3C4B019727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0" y="6027420"/>
            <a:ext cx="12192000" cy="83058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360000" rIns="360000" anchor="ctr"/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C840137-0791-7450-F2D8-539ED48B1FD5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418421B-7DA7-EBEE-8176-A9C39C79A071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AA7A127-FF02-04C9-B7B7-CA5102E2F941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82EEE85-B4C4-036C-C3C6-3C938B570454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BF2DD38-E637-2EEF-E70F-6DBAA8504A02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AFEE150-2B46-84EF-D294-2E9811AC218B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EB61986-94EF-4F02-390E-41769F02E62A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46D1DF1-720B-83F6-92A1-DFE1491FD16D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D71E84E-72C9-2948-AC3C-6B4CBE4BDDF7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39646DA-0656-F98E-D19A-A1C7902B2924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0740ABF-CEAD-38C3-0F28-B0F970CE6019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BEC64DA-9F1E-C5AC-0DDE-FA40318485C1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E392BCA-C7AE-76A5-1BF6-FB58A3B08D61}"/>
              </a:ext>
            </a:extLst>
          </p:cNvPr>
          <p:cNvSpPr/>
          <p:nvPr userDrawn="1"/>
        </p:nvSpPr>
        <p:spPr bwMode="gray">
          <a:xfrm flipH="1">
            <a:off x="11889634" y="6582000"/>
            <a:ext cx="54000" cy="54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34BC6832-C7F0-335C-813A-6FF619994A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25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1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CF167CF-8AFD-F452-912F-ED0B4A25641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27978" y="1927225"/>
            <a:ext cx="11503660" cy="4570413"/>
          </a:xfrm>
          <a:prstGeom prst="roundRect">
            <a:avLst>
              <a:gd name="adj" fmla="val 1195"/>
            </a:avLst>
          </a:prstGeom>
          <a:solidFill>
            <a:schemeClr val="bg2"/>
          </a:solidFill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4687200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0B1A692-6261-2C1A-EE1E-843B18049B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31206" y="842400"/>
            <a:ext cx="5700432" cy="88639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90DBF3AF-6929-3B9E-42E1-B2FF7B063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43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1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CF167CF-8AFD-F452-912F-ED0B4A25641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27978" y="1927225"/>
            <a:ext cx="11503660" cy="4570413"/>
          </a:xfrm>
          <a:prstGeom prst="roundRect">
            <a:avLst>
              <a:gd name="adj" fmla="val 1195"/>
            </a:avLst>
          </a:prstGeom>
          <a:solidFill>
            <a:schemeClr val="accent5"/>
          </a:solidFill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4687200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0B1A692-6261-2C1A-EE1E-843B18049B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31206" y="842400"/>
            <a:ext cx="5700432" cy="88639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90DBF3AF-6929-3B9E-42E1-B2FF7B063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12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1 (grey)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CF167CF-8AFD-F452-912F-ED0B4A25641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27978" y="1927225"/>
            <a:ext cx="11503660" cy="4570413"/>
          </a:xfrm>
          <a:prstGeom prst="roundRect">
            <a:avLst>
              <a:gd name="adj" fmla="val 1195"/>
            </a:avLst>
          </a:prstGeom>
          <a:solidFill>
            <a:schemeClr val="bg1"/>
          </a:solidFill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4687200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0B1A692-6261-2C1A-EE1E-843B18049B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31206" y="842400"/>
            <a:ext cx="5700432" cy="88639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90DBF3AF-6929-3B9E-42E1-B2FF7B063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65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2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4687200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CE03133D-EEE7-4302-5742-395240D0E57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31206" y="842400"/>
            <a:ext cx="5700432" cy="88639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17EE0ADC-F43D-A56B-A4ED-F539B7D4F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2C3F816E-EAB8-EA0D-B39C-FBBFD1C1FAA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7978" y="1927225"/>
            <a:ext cx="5700430" cy="4570413"/>
          </a:xfrm>
          <a:prstGeom prst="roundRect">
            <a:avLst>
              <a:gd name="adj" fmla="val 1195"/>
            </a:avLst>
          </a:prstGeom>
          <a:solidFill>
            <a:schemeClr val="bg2"/>
          </a:solidFill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7F8EABF-8290-7DD8-7D60-A7EAEED8758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131208" y="1927225"/>
            <a:ext cx="5700430" cy="4570413"/>
          </a:xfrm>
          <a:prstGeom prst="roundRect">
            <a:avLst>
              <a:gd name="adj" fmla="val 1195"/>
            </a:avLst>
          </a:prstGeom>
          <a:solidFill>
            <a:schemeClr val="bg2"/>
          </a:solidFill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469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3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6" name="Picture 5" descr="Shape, square&#10;&#10;Description automatically generated">
            <a:extLst>
              <a:ext uri="{FF2B5EF4-FFF2-40B4-BE49-F238E27FC236}">
                <a16:creationId xmlns:a16="http://schemas.microsoft.com/office/drawing/2014/main" id="{927D9D5D-674E-AC09-CC92-42AF5FDED1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A478E5DE-7FC1-315C-3459-79AA982A41A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59238" y="360363"/>
            <a:ext cx="7768800" cy="6145212"/>
          </a:xfrm>
          <a:prstGeom prst="roundRect">
            <a:avLst>
              <a:gd name="adj" fmla="val 1391"/>
            </a:avLst>
          </a:prstGeom>
          <a:solidFill>
            <a:schemeClr val="bg2"/>
          </a:solidFill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5949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3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6" name="Picture 5" descr="Shape, square&#10;&#10;Description automatically generated">
            <a:extLst>
              <a:ext uri="{FF2B5EF4-FFF2-40B4-BE49-F238E27FC236}">
                <a16:creationId xmlns:a16="http://schemas.microsoft.com/office/drawing/2014/main" id="{927D9D5D-674E-AC09-CC92-42AF5FDED1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A478E5DE-7FC1-315C-3459-79AA982A41A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59238" y="360363"/>
            <a:ext cx="7768800" cy="6145212"/>
          </a:xfrm>
          <a:prstGeom prst="roundRect">
            <a:avLst>
              <a:gd name="adj" fmla="val 1391"/>
            </a:avLst>
          </a:prstGeom>
          <a:solidFill>
            <a:schemeClr val="accent5"/>
          </a:solidFill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1918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3 (grey)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6" name="Picture 5" descr="Shape, square&#10;&#10;Description automatically generated">
            <a:extLst>
              <a:ext uri="{FF2B5EF4-FFF2-40B4-BE49-F238E27FC236}">
                <a16:creationId xmlns:a16="http://schemas.microsoft.com/office/drawing/2014/main" id="{927D9D5D-674E-AC09-CC92-42AF5FDED1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A478E5DE-7FC1-315C-3459-79AA982A41A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59238" y="360363"/>
            <a:ext cx="7768800" cy="6145212"/>
          </a:xfrm>
          <a:prstGeom prst="roundRect">
            <a:avLst>
              <a:gd name="adj" fmla="val 1391"/>
            </a:avLst>
          </a:prstGeom>
          <a:solidFill>
            <a:schemeClr val="bg1"/>
          </a:solidFill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5303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slide design 4 (plain 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BD1359-7F6E-3066-F007-9B14DDC77258}"/>
              </a:ext>
            </a:extLst>
          </p:cNvPr>
          <p:cNvSpPr/>
          <p:nvPr userDrawn="1"/>
        </p:nvSpPr>
        <p:spPr bwMode="gray">
          <a:xfrm>
            <a:off x="4054642" y="360165"/>
            <a:ext cx="7809380" cy="6137473"/>
          </a:xfrm>
          <a:prstGeom prst="roundRect">
            <a:avLst>
              <a:gd name="adj" fmla="val 1570"/>
            </a:avLst>
          </a:prstGeom>
          <a:solidFill>
            <a:srgbClr val="E1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4465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rds 2x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E00BE550-3C97-2108-927C-3BB3DCA43A7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360362" y="1925639"/>
            <a:ext cx="5699638" cy="4572000"/>
          </a:xfrm>
          <a:prstGeom prst="roundRect">
            <a:avLst>
              <a:gd name="adj" fmla="val 3890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E24E889-DA22-C348-0E6F-4B08341A089E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32000" y="1925639"/>
            <a:ext cx="5699638" cy="4572000"/>
          </a:xfrm>
          <a:prstGeom prst="roundRect">
            <a:avLst>
              <a:gd name="adj" fmla="val 3890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7" name="Text Placeholder 141">
            <a:extLst>
              <a:ext uri="{FF2B5EF4-FFF2-40B4-BE49-F238E27FC236}">
                <a16:creationId xmlns:a16="http://schemas.microsoft.com/office/drawing/2014/main" id="{3384DC93-504B-780C-90FF-E3E30C52DB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0781" y="2286000"/>
            <a:ext cx="49788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6B56BF52-CD49-EAFE-CE79-5D35CC29494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20779" y="2604221"/>
            <a:ext cx="49788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141">
            <a:extLst>
              <a:ext uri="{FF2B5EF4-FFF2-40B4-BE49-F238E27FC236}">
                <a16:creationId xmlns:a16="http://schemas.microsoft.com/office/drawing/2014/main" id="{EF1C758C-F1DA-AB04-72F4-1287C967E039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492419" y="2286000"/>
            <a:ext cx="49788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E4A43A9-6A0F-0651-6088-7C94C82B5C9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6492419" y="2604221"/>
            <a:ext cx="49788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9138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rds 3x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D55D5AD-09DF-B2F1-967A-6A43D474BED1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60362" y="1925639"/>
            <a:ext cx="3776400" cy="457200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4C1F98B-9307-E4D1-AE13-BC4E63295912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4208762" y="1925639"/>
            <a:ext cx="3776400" cy="457200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3ABF5BA-2C54-F0EF-BAFD-3CE11E2BD6C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057162" y="1925639"/>
            <a:ext cx="3776400" cy="457200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3C19A8E1-CE0B-3472-2974-34CBDA37C77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0781" y="2286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9AF599-9345-F8C5-4F67-24EA27017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20781" y="2604221"/>
            <a:ext cx="30564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24D927FD-0E1B-12AD-A3AC-7011FA3ED7B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568762" y="2286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323C4B9-23EF-0E12-7D0A-276FBEA96856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4568762" y="2604221"/>
            <a:ext cx="30564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41">
            <a:extLst>
              <a:ext uri="{FF2B5EF4-FFF2-40B4-BE49-F238E27FC236}">
                <a16:creationId xmlns:a16="http://schemas.microsoft.com/office/drawing/2014/main" id="{D6D57570-C392-3A31-494B-BEEB9465626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417162" y="2286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F56FC0C-BB42-56BC-C9F9-6DD521F285C9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>
          <a:xfrm>
            <a:off x="8417162" y="2604221"/>
            <a:ext cx="30564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14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rds 4x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3837D64-8B57-F029-AA24-90B4A71BE9EE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3603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D8D4312-3847-BABD-0026-5A77A8BA91C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32466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CC46418-D877-C849-F7AA-166F40B1623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329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F649AE0-1778-0579-8BE2-F387EC61C708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0192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2" name="Text Placeholder 141">
            <a:extLst>
              <a:ext uri="{FF2B5EF4-FFF2-40B4-BE49-F238E27FC236}">
                <a16:creationId xmlns:a16="http://schemas.microsoft.com/office/drawing/2014/main" id="{60F31D7D-CA9D-0AEB-726D-D447CE89A2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0781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907F898-2844-79AC-4C61-56AE5116642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20781" y="2604221"/>
            <a:ext cx="20952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41">
            <a:extLst>
              <a:ext uri="{FF2B5EF4-FFF2-40B4-BE49-F238E27FC236}">
                <a16:creationId xmlns:a16="http://schemas.microsoft.com/office/drawing/2014/main" id="{3B84BB8C-95EA-75A8-D87F-E70CA901608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606212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A7C9931-2B51-8439-A485-5F62F58D3861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>
          <a:xfrm>
            <a:off x="3606212" y="2604221"/>
            <a:ext cx="20952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141">
            <a:extLst>
              <a:ext uri="{FF2B5EF4-FFF2-40B4-BE49-F238E27FC236}">
                <a16:creationId xmlns:a16="http://schemas.microsoft.com/office/drawing/2014/main" id="{9EC5C0A0-A406-3E42-53AD-A17CB4D91980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492512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FAAA3B13-842F-7BE6-4CD8-D4B2FC7D0D5D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>
          <a:xfrm>
            <a:off x="6492512" y="2604221"/>
            <a:ext cx="20952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141">
            <a:extLst>
              <a:ext uri="{FF2B5EF4-FFF2-40B4-BE49-F238E27FC236}">
                <a16:creationId xmlns:a16="http://schemas.microsoft.com/office/drawing/2014/main" id="{0D13F2E8-CE4E-6C98-4CF0-19BC362DBF4F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9378812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443A397-68C3-6D28-4FA6-9B6F073603D5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9378812" y="2604221"/>
            <a:ext cx="2095200" cy="353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2999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rds 3x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06001BC1-7D47-2100-D3AC-26C699E03C6B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360362" y="1925639"/>
            <a:ext cx="3776400" cy="225000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1D00782-6BD1-90E2-9B1A-458CEF7E728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208762" y="1925639"/>
            <a:ext cx="3776400" cy="225000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4FAB2588-411F-F580-8E32-4C16D843269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57162" y="1925639"/>
            <a:ext cx="3776400" cy="225000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AB1B0DD-E92D-5673-B954-58FA448A5F26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60362" y="4247639"/>
            <a:ext cx="3776400" cy="225000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45A85593-45F5-AE54-473A-B05717AEA3C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208762" y="4247639"/>
            <a:ext cx="3776400" cy="225000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67EE8536-AC03-E294-02CD-8C2B2D6F2DCD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8057162" y="4247639"/>
            <a:ext cx="3776400" cy="2250000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44" name="Text Placeholder 141">
            <a:extLst>
              <a:ext uri="{FF2B5EF4-FFF2-40B4-BE49-F238E27FC236}">
                <a16:creationId xmlns:a16="http://schemas.microsoft.com/office/drawing/2014/main" id="{ECE0DDB2-681C-6423-5969-17394097DD6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0781" y="2286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713C930-7F2E-CEC2-58E6-220823D190D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20781" y="2604221"/>
            <a:ext cx="30564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6" name="Text Placeholder 141">
            <a:extLst>
              <a:ext uri="{FF2B5EF4-FFF2-40B4-BE49-F238E27FC236}">
                <a16:creationId xmlns:a16="http://schemas.microsoft.com/office/drawing/2014/main" id="{8F28C92C-6217-4699-6428-7D380470613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568762" y="2286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7E82B58B-711E-EE77-89B7-EFCF4FBDFD4A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>
          <a:xfrm>
            <a:off x="4568762" y="2604221"/>
            <a:ext cx="30564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Text Placeholder 141">
            <a:extLst>
              <a:ext uri="{FF2B5EF4-FFF2-40B4-BE49-F238E27FC236}">
                <a16:creationId xmlns:a16="http://schemas.microsoft.com/office/drawing/2014/main" id="{6860CCA7-8DBF-C51B-3D49-912040BFD71F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8417162" y="2286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67DFA94-36F4-D942-3149-C1B91C4909F5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8417162" y="2604221"/>
            <a:ext cx="30564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0" name="Text Placeholder 141">
            <a:extLst>
              <a:ext uri="{FF2B5EF4-FFF2-40B4-BE49-F238E27FC236}">
                <a16:creationId xmlns:a16="http://schemas.microsoft.com/office/drawing/2014/main" id="{329B50AF-679C-030C-40A7-4EB593010147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720781" y="4608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AA3C180A-C915-1C59-9FFA-DDBD7183934B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720781" y="4926221"/>
            <a:ext cx="30564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2" name="Text Placeholder 141">
            <a:extLst>
              <a:ext uri="{FF2B5EF4-FFF2-40B4-BE49-F238E27FC236}">
                <a16:creationId xmlns:a16="http://schemas.microsoft.com/office/drawing/2014/main" id="{1713DB69-871B-81CB-5CE7-6AFFDDF07C6B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4568762" y="4608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40A88616-C726-851D-FE0A-3ECCF31DF697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4568762" y="4926221"/>
            <a:ext cx="30564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Text Placeholder 141">
            <a:extLst>
              <a:ext uri="{FF2B5EF4-FFF2-40B4-BE49-F238E27FC236}">
                <a16:creationId xmlns:a16="http://schemas.microsoft.com/office/drawing/2014/main" id="{8661D3E0-AA33-AC85-B6FC-964FD3A56E9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8417162" y="4608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2CDA2937-AC14-07CF-07E8-0A601BB5FF5B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8417162" y="4926221"/>
            <a:ext cx="30564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2197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rds 4x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CA1263A1-7D44-D648-69FF-D5DB4DBBC5D2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360362" y="1925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BBC6E93-E1FA-2E63-0D60-3BB39A4A90C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3246662" y="1925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4254F85-CAB7-4ED0-1AE6-722F7C4927D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32962" y="1925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09570F2-AA6F-16D0-EBFF-0C0C615BE5F0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019262" y="1925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105A36A-063D-A143-D7AA-B12A8B8F749B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60362" y="4247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1709E55-91BE-419E-B8A6-14261ED5E652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246662" y="4247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49E9864-F8D3-E09B-7D1E-04163C56ECA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132962" y="4247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1BA3AED9-8CC5-0C15-94C6-5AC11636A298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9019262" y="4247639"/>
            <a:ext cx="2814300" cy="2250000"/>
          </a:xfrm>
          <a:prstGeom prst="roundRect">
            <a:avLst>
              <a:gd name="adj" fmla="val 7772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32" name="Text Placeholder 141">
            <a:extLst>
              <a:ext uri="{FF2B5EF4-FFF2-40B4-BE49-F238E27FC236}">
                <a16:creationId xmlns:a16="http://schemas.microsoft.com/office/drawing/2014/main" id="{44C52CB4-44D7-12B8-706F-F6E33036E70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0781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98AB647A-69EE-7745-D343-41B5B6CDFB3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20781" y="2604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141">
            <a:extLst>
              <a:ext uri="{FF2B5EF4-FFF2-40B4-BE49-F238E27FC236}">
                <a16:creationId xmlns:a16="http://schemas.microsoft.com/office/drawing/2014/main" id="{117CF82A-0FF9-39B2-1DDD-B57D20F89A2C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3606212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9F93A7B0-FD07-68DE-2D46-98D245C5A070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3606212" y="2604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6" name="Text Placeholder 141">
            <a:extLst>
              <a:ext uri="{FF2B5EF4-FFF2-40B4-BE49-F238E27FC236}">
                <a16:creationId xmlns:a16="http://schemas.microsoft.com/office/drawing/2014/main" id="{59D79C39-F4DB-7352-6FE3-2DB3C51982FF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492512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394071BC-DBA6-C474-55CC-B8764AA7A702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6492512" y="2604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Text Placeholder 141">
            <a:extLst>
              <a:ext uri="{FF2B5EF4-FFF2-40B4-BE49-F238E27FC236}">
                <a16:creationId xmlns:a16="http://schemas.microsoft.com/office/drawing/2014/main" id="{404043B0-7611-3051-B139-9497D7B6DFB6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9378812" y="2286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460675B-D2FD-2947-8C74-F45729D1D1A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9378812" y="2604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0" name="Text Placeholder 141">
            <a:extLst>
              <a:ext uri="{FF2B5EF4-FFF2-40B4-BE49-F238E27FC236}">
                <a16:creationId xmlns:a16="http://schemas.microsoft.com/office/drawing/2014/main" id="{D476DABA-1B1E-1326-9497-D183AA7D315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20781" y="4608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919D5A46-F6C1-BBE7-FF42-C727D88683CE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720781" y="4926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2" name="Text Placeholder 141">
            <a:extLst>
              <a:ext uri="{FF2B5EF4-FFF2-40B4-BE49-F238E27FC236}">
                <a16:creationId xmlns:a16="http://schemas.microsoft.com/office/drawing/2014/main" id="{922F5EA9-8837-950C-D876-0EA3DB940F2B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606212" y="4608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670A6022-41AC-F453-DD39-FF378ADB8131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>
          <a:xfrm>
            <a:off x="3606212" y="4926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5" name="Text Placeholder 141">
            <a:extLst>
              <a:ext uri="{FF2B5EF4-FFF2-40B4-BE49-F238E27FC236}">
                <a16:creationId xmlns:a16="http://schemas.microsoft.com/office/drawing/2014/main" id="{C539876A-9F6D-20B5-1CEB-D3FE9246F4B0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6492512" y="4608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6642EBFB-AD1D-85B5-2B74-0968BA0A8859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>
          <a:xfrm>
            <a:off x="6492512" y="4926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7" name="Text Placeholder 141">
            <a:extLst>
              <a:ext uri="{FF2B5EF4-FFF2-40B4-BE49-F238E27FC236}">
                <a16:creationId xmlns:a16="http://schemas.microsoft.com/office/drawing/2014/main" id="{90B26CE1-3DBC-C14E-4636-61324FEF3059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9378812" y="4608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DBDF33BC-5137-EF76-66EF-B6B509DB4DA5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>
          <a:xfrm>
            <a:off x="9378812" y="4926221"/>
            <a:ext cx="2095200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79491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rds 5x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36D5-0396-C509-B391-4B77E89F14E1}"/>
              </a:ext>
            </a:extLst>
          </p:cNvPr>
          <p:cNvSpPr>
            <a:spLocks/>
          </p:cNvSpPr>
          <p:nvPr userDrawn="1"/>
        </p:nvSpPr>
        <p:spPr bwMode="gray">
          <a:xfrm>
            <a:off x="358775" y="1927445"/>
            <a:ext cx="2236655" cy="4570194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23D0B3-F344-7303-862E-AB422C438954}"/>
              </a:ext>
            </a:extLst>
          </p:cNvPr>
          <p:cNvSpPr>
            <a:spLocks/>
          </p:cNvSpPr>
          <p:nvPr userDrawn="1"/>
        </p:nvSpPr>
        <p:spPr bwMode="gray">
          <a:xfrm>
            <a:off x="2667430" y="1927445"/>
            <a:ext cx="2236655" cy="4570194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18CCB0-1595-DCBB-3C11-68CE8ABA0611}"/>
              </a:ext>
            </a:extLst>
          </p:cNvPr>
          <p:cNvSpPr>
            <a:spLocks/>
          </p:cNvSpPr>
          <p:nvPr userDrawn="1"/>
        </p:nvSpPr>
        <p:spPr bwMode="gray">
          <a:xfrm>
            <a:off x="4976085" y="1927445"/>
            <a:ext cx="2236655" cy="4570194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EE33E0-1C3A-D517-EA92-D7D8416E63CA}"/>
              </a:ext>
            </a:extLst>
          </p:cNvPr>
          <p:cNvSpPr>
            <a:spLocks/>
          </p:cNvSpPr>
          <p:nvPr userDrawn="1"/>
        </p:nvSpPr>
        <p:spPr bwMode="gray">
          <a:xfrm>
            <a:off x="7284740" y="1927445"/>
            <a:ext cx="2236655" cy="4570194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B0214FE-0208-AF22-5C60-ECFBC5FA71F5}"/>
              </a:ext>
            </a:extLst>
          </p:cNvPr>
          <p:cNvSpPr>
            <a:spLocks/>
          </p:cNvSpPr>
          <p:nvPr userDrawn="1"/>
        </p:nvSpPr>
        <p:spPr bwMode="gray">
          <a:xfrm>
            <a:off x="9593395" y="1927445"/>
            <a:ext cx="2236655" cy="4570194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75" name="Text Placeholder 141">
            <a:extLst>
              <a:ext uri="{FF2B5EF4-FFF2-40B4-BE49-F238E27FC236}">
                <a16:creationId xmlns:a16="http://schemas.microsoft.com/office/drawing/2014/main" id="{22D18ECF-17CB-5FE4-7312-E53BD357A10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4038" y="221370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FC323A77-594F-6AF7-1685-54727AEF05E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4038" y="253192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7" name="Text Placeholder 141">
            <a:extLst>
              <a:ext uri="{FF2B5EF4-FFF2-40B4-BE49-F238E27FC236}">
                <a16:creationId xmlns:a16="http://schemas.microsoft.com/office/drawing/2014/main" id="{EB285E2F-0B5A-D677-5E74-690EB44F3D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31757" y="221370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BA10D1EB-FD99-F0D0-3E12-90AE301A60E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831757" y="253192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9" name="Text Placeholder 141">
            <a:extLst>
              <a:ext uri="{FF2B5EF4-FFF2-40B4-BE49-F238E27FC236}">
                <a16:creationId xmlns:a16="http://schemas.microsoft.com/office/drawing/2014/main" id="{1EE372A3-95FB-6E06-FC8B-130C91AE078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141999" y="2222878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0" name="Text Placeholder 3">
            <a:extLst>
              <a:ext uri="{FF2B5EF4-FFF2-40B4-BE49-F238E27FC236}">
                <a16:creationId xmlns:a16="http://schemas.microsoft.com/office/drawing/2014/main" id="{9E9685B4-CC00-3592-7D84-83C4B0C0DFCD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141999" y="2541099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1" name="Text Placeholder 141">
            <a:extLst>
              <a:ext uri="{FF2B5EF4-FFF2-40B4-BE49-F238E27FC236}">
                <a16:creationId xmlns:a16="http://schemas.microsoft.com/office/drawing/2014/main" id="{8E9405FE-C8C6-79A4-F6D6-52393B134BF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49067" y="2222878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FD5E5816-3C3F-AD2F-88A3-04DE8AAE251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49067" y="2541099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3" name="Text Placeholder 141">
            <a:extLst>
              <a:ext uri="{FF2B5EF4-FFF2-40B4-BE49-F238E27FC236}">
                <a16:creationId xmlns:a16="http://schemas.microsoft.com/office/drawing/2014/main" id="{6FD1180E-D017-3FBF-9948-5F06C371438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758658" y="219314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4" name="Text Placeholder 3">
            <a:extLst>
              <a:ext uri="{FF2B5EF4-FFF2-40B4-BE49-F238E27FC236}">
                <a16:creationId xmlns:a16="http://schemas.microsoft.com/office/drawing/2014/main" id="{F372A88D-7141-EC9F-288B-178C72E3F53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758658" y="251136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30916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rds 5x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36D5-0396-C509-B391-4B77E89F14E1}"/>
              </a:ext>
            </a:extLst>
          </p:cNvPr>
          <p:cNvSpPr>
            <a:spLocks/>
          </p:cNvSpPr>
          <p:nvPr userDrawn="1"/>
        </p:nvSpPr>
        <p:spPr bwMode="gray">
          <a:xfrm>
            <a:off x="358775" y="1927445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23D0B3-F344-7303-862E-AB422C438954}"/>
              </a:ext>
            </a:extLst>
          </p:cNvPr>
          <p:cNvSpPr>
            <a:spLocks/>
          </p:cNvSpPr>
          <p:nvPr userDrawn="1"/>
        </p:nvSpPr>
        <p:spPr bwMode="gray">
          <a:xfrm>
            <a:off x="2667430" y="1927445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18CCB0-1595-DCBB-3C11-68CE8ABA0611}"/>
              </a:ext>
            </a:extLst>
          </p:cNvPr>
          <p:cNvSpPr>
            <a:spLocks/>
          </p:cNvSpPr>
          <p:nvPr userDrawn="1"/>
        </p:nvSpPr>
        <p:spPr bwMode="gray">
          <a:xfrm>
            <a:off x="4976085" y="1927445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EE33E0-1C3A-D517-EA92-D7D8416E63CA}"/>
              </a:ext>
            </a:extLst>
          </p:cNvPr>
          <p:cNvSpPr>
            <a:spLocks/>
          </p:cNvSpPr>
          <p:nvPr userDrawn="1"/>
        </p:nvSpPr>
        <p:spPr bwMode="gray">
          <a:xfrm>
            <a:off x="7284740" y="1927445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B0214FE-0208-AF22-5C60-ECFBC5FA71F5}"/>
              </a:ext>
            </a:extLst>
          </p:cNvPr>
          <p:cNvSpPr>
            <a:spLocks/>
          </p:cNvSpPr>
          <p:nvPr userDrawn="1"/>
        </p:nvSpPr>
        <p:spPr bwMode="gray">
          <a:xfrm>
            <a:off x="9593395" y="1927445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6E8847-B519-1F5D-DDA3-4CDEAA57B137}"/>
              </a:ext>
            </a:extLst>
          </p:cNvPr>
          <p:cNvSpPr>
            <a:spLocks/>
          </p:cNvSpPr>
          <p:nvPr userDrawn="1"/>
        </p:nvSpPr>
        <p:spPr bwMode="gray">
          <a:xfrm>
            <a:off x="358775" y="4248542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819F9F-BE67-A365-52B4-3C23EA526B7F}"/>
              </a:ext>
            </a:extLst>
          </p:cNvPr>
          <p:cNvSpPr>
            <a:spLocks/>
          </p:cNvSpPr>
          <p:nvPr userDrawn="1"/>
        </p:nvSpPr>
        <p:spPr bwMode="gray">
          <a:xfrm>
            <a:off x="2667430" y="4248542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415B574-17D7-BE98-5805-C6B2D0D8C3BD}"/>
              </a:ext>
            </a:extLst>
          </p:cNvPr>
          <p:cNvSpPr>
            <a:spLocks/>
          </p:cNvSpPr>
          <p:nvPr userDrawn="1"/>
        </p:nvSpPr>
        <p:spPr bwMode="gray">
          <a:xfrm>
            <a:off x="4976085" y="4248542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71184F2-D86D-49C0-5D71-287DFD5C3F24}"/>
              </a:ext>
            </a:extLst>
          </p:cNvPr>
          <p:cNvSpPr>
            <a:spLocks/>
          </p:cNvSpPr>
          <p:nvPr userDrawn="1"/>
        </p:nvSpPr>
        <p:spPr bwMode="gray">
          <a:xfrm>
            <a:off x="7284740" y="4248542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4919A7E-12D1-8EA2-18E8-37319D56F7E8}"/>
              </a:ext>
            </a:extLst>
          </p:cNvPr>
          <p:cNvSpPr>
            <a:spLocks/>
          </p:cNvSpPr>
          <p:nvPr userDrawn="1"/>
        </p:nvSpPr>
        <p:spPr bwMode="gray">
          <a:xfrm>
            <a:off x="9593395" y="4248542"/>
            <a:ext cx="2236655" cy="2249097"/>
          </a:xfrm>
          <a:prstGeom prst="roundRect">
            <a:avLst>
              <a:gd name="adj" fmla="val 8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75" name="Text Placeholder 141">
            <a:extLst>
              <a:ext uri="{FF2B5EF4-FFF2-40B4-BE49-F238E27FC236}">
                <a16:creationId xmlns:a16="http://schemas.microsoft.com/office/drawing/2014/main" id="{22D18ECF-17CB-5FE4-7312-E53BD357A10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4038" y="221370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FC323A77-594F-6AF7-1685-54727AEF05E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4038" y="253192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7" name="Text Placeholder 141">
            <a:extLst>
              <a:ext uri="{FF2B5EF4-FFF2-40B4-BE49-F238E27FC236}">
                <a16:creationId xmlns:a16="http://schemas.microsoft.com/office/drawing/2014/main" id="{EB285E2F-0B5A-D677-5E74-690EB44F3D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31757" y="221370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BA10D1EB-FD99-F0D0-3E12-90AE301A60E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831757" y="253192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9" name="Text Placeholder 141">
            <a:extLst>
              <a:ext uri="{FF2B5EF4-FFF2-40B4-BE49-F238E27FC236}">
                <a16:creationId xmlns:a16="http://schemas.microsoft.com/office/drawing/2014/main" id="{1EE372A3-95FB-6E06-FC8B-130C91AE078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141999" y="2222878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0" name="Text Placeholder 3">
            <a:extLst>
              <a:ext uri="{FF2B5EF4-FFF2-40B4-BE49-F238E27FC236}">
                <a16:creationId xmlns:a16="http://schemas.microsoft.com/office/drawing/2014/main" id="{9E9685B4-CC00-3592-7D84-83C4B0C0DFCD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141999" y="2541099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1" name="Text Placeholder 141">
            <a:extLst>
              <a:ext uri="{FF2B5EF4-FFF2-40B4-BE49-F238E27FC236}">
                <a16:creationId xmlns:a16="http://schemas.microsoft.com/office/drawing/2014/main" id="{8E9405FE-C8C6-79A4-F6D6-52393B134BF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49067" y="2222878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FD5E5816-3C3F-AD2F-88A3-04DE8AAE251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49067" y="2541099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3" name="Text Placeholder 141">
            <a:extLst>
              <a:ext uri="{FF2B5EF4-FFF2-40B4-BE49-F238E27FC236}">
                <a16:creationId xmlns:a16="http://schemas.microsoft.com/office/drawing/2014/main" id="{6FD1180E-D017-3FBF-9948-5F06C371438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758658" y="219314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84" name="Text Placeholder 3">
            <a:extLst>
              <a:ext uri="{FF2B5EF4-FFF2-40B4-BE49-F238E27FC236}">
                <a16:creationId xmlns:a16="http://schemas.microsoft.com/office/drawing/2014/main" id="{F372A88D-7141-EC9F-288B-178C72E3F53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758658" y="251136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5" name="Text Placeholder 141">
            <a:extLst>
              <a:ext uri="{FF2B5EF4-FFF2-40B4-BE49-F238E27FC236}">
                <a16:creationId xmlns:a16="http://schemas.microsoft.com/office/drawing/2014/main" id="{C3C39FD3-1E0D-E247-2F83-0E36E734269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23102" y="4536924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96" name="Text Placeholder 3">
            <a:extLst>
              <a:ext uri="{FF2B5EF4-FFF2-40B4-BE49-F238E27FC236}">
                <a16:creationId xmlns:a16="http://schemas.microsoft.com/office/drawing/2014/main" id="{FF981137-07BC-762C-1868-4D50CDF6C09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3102" y="4855145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7" name="Text Placeholder 141">
            <a:extLst>
              <a:ext uri="{FF2B5EF4-FFF2-40B4-BE49-F238E27FC236}">
                <a16:creationId xmlns:a16="http://schemas.microsoft.com/office/drawing/2014/main" id="{A1A349B7-9750-550A-91D5-D080891205F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30821" y="4536924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98" name="Text Placeholder 3">
            <a:extLst>
              <a:ext uri="{FF2B5EF4-FFF2-40B4-BE49-F238E27FC236}">
                <a16:creationId xmlns:a16="http://schemas.microsoft.com/office/drawing/2014/main" id="{055FA7F5-E4E6-26A4-D946-853BC4C5A6D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2830821" y="4855145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9" name="Text Placeholder 141">
            <a:extLst>
              <a:ext uri="{FF2B5EF4-FFF2-40B4-BE49-F238E27FC236}">
                <a16:creationId xmlns:a16="http://schemas.microsoft.com/office/drawing/2014/main" id="{C043A8D3-4EAE-7418-DF45-A425276C0E7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41063" y="454610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00" name="Text Placeholder 3">
            <a:extLst>
              <a:ext uri="{FF2B5EF4-FFF2-40B4-BE49-F238E27FC236}">
                <a16:creationId xmlns:a16="http://schemas.microsoft.com/office/drawing/2014/main" id="{991ADCC0-27B4-9E3E-5792-402553730758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5141063" y="486432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1" name="Text Placeholder 141">
            <a:extLst>
              <a:ext uri="{FF2B5EF4-FFF2-40B4-BE49-F238E27FC236}">
                <a16:creationId xmlns:a16="http://schemas.microsoft.com/office/drawing/2014/main" id="{3DB9465B-E2AD-032D-ADF0-49C72D90A08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448131" y="4546101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02" name="Text Placeholder 3">
            <a:extLst>
              <a:ext uri="{FF2B5EF4-FFF2-40B4-BE49-F238E27FC236}">
                <a16:creationId xmlns:a16="http://schemas.microsoft.com/office/drawing/2014/main" id="{79884E1E-86EB-7B80-7E34-E426892EA10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7448131" y="4864322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3" name="Text Placeholder 141">
            <a:extLst>
              <a:ext uri="{FF2B5EF4-FFF2-40B4-BE49-F238E27FC236}">
                <a16:creationId xmlns:a16="http://schemas.microsoft.com/office/drawing/2014/main" id="{42D3033B-6FC8-7CA3-C484-1292870FE51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757722" y="4516364"/>
            <a:ext cx="190706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04" name="Text Placeholder 3">
            <a:extLst>
              <a:ext uri="{FF2B5EF4-FFF2-40B4-BE49-F238E27FC236}">
                <a16:creationId xmlns:a16="http://schemas.microsoft.com/office/drawing/2014/main" id="{A1621CF8-D4A8-BD63-89D3-D52F5CBB59AA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9757722" y="4834585"/>
            <a:ext cx="1907064" cy="121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699457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 - 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icture Placeholder 10">
            <a:extLst>
              <a:ext uri="{FF2B5EF4-FFF2-40B4-BE49-F238E27FC236}">
                <a16:creationId xmlns:a16="http://schemas.microsoft.com/office/drawing/2014/main" id="{47300FC8-8BF6-14E0-608A-95A3CBAC14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540720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23" name="Text Placeholder 37">
            <a:extLst>
              <a:ext uri="{FF2B5EF4-FFF2-40B4-BE49-F238E27FC236}">
                <a16:creationId xmlns:a16="http://schemas.microsoft.com/office/drawing/2014/main" id="{C6FC3431-4D63-1C8D-74DE-E386EBB8CD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978" y="1898896"/>
            <a:ext cx="5407200" cy="45989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125" name="Text Placeholder 141">
            <a:extLst>
              <a:ext uri="{FF2B5EF4-FFF2-40B4-BE49-F238E27FC236}">
                <a16:creationId xmlns:a16="http://schemas.microsoft.com/office/drawing/2014/main" id="{7E6FB8BA-890D-ECBF-C5E9-C322205517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8" y="1340957"/>
            <a:ext cx="54072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12208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 - 3 splits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icture Placeholder 10">
            <a:extLst>
              <a:ext uri="{FF2B5EF4-FFF2-40B4-BE49-F238E27FC236}">
                <a16:creationId xmlns:a16="http://schemas.microsoft.com/office/drawing/2014/main" id="{47300FC8-8BF6-14E0-608A-95A3CBAC14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7600" y="0"/>
            <a:ext cx="4064400" cy="6858000"/>
          </a:xfrm>
          <a:solidFill>
            <a:schemeClr val="tx2"/>
          </a:solidFill>
        </p:spPr>
        <p:txBody>
          <a:bodyPr/>
          <a:lstStyle/>
          <a:p>
            <a:endParaRPr lang="fr-F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3376784" cy="4431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55335C-2CAF-8553-85B5-565AB06752E1}"/>
              </a:ext>
            </a:extLst>
          </p:cNvPr>
          <p:cNvSpPr/>
          <p:nvPr userDrawn="1"/>
        </p:nvSpPr>
        <p:spPr bwMode="gray">
          <a:xfrm>
            <a:off x="4063800" y="0"/>
            <a:ext cx="40644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5" name="Text Placeholder 141">
            <a:extLst>
              <a:ext uri="{FF2B5EF4-FFF2-40B4-BE49-F238E27FC236}">
                <a16:creationId xmlns:a16="http://schemas.microsoft.com/office/drawing/2014/main" id="{D755A947-819B-03BB-6E20-4BCC67A910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3800" y="842400"/>
            <a:ext cx="33444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  <a:br>
              <a:rPr lang="da-DK" dirty="0"/>
            </a:br>
            <a:r>
              <a:rPr lang="da-DK" dirty="0"/>
              <a:t/>
            </a:r>
          </a:p>
        </p:txBody>
      </p:sp>
      <p:sp>
        <p:nvSpPr>
          <p:cNvPr id="26" name="Text Placeholder 37">
            <a:extLst>
              <a:ext uri="{FF2B5EF4-FFF2-40B4-BE49-F238E27FC236}">
                <a16:creationId xmlns:a16="http://schemas.microsoft.com/office/drawing/2014/main" id="{7809EF72-AA6F-0160-0D22-1506C1AC45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23800" y="1426276"/>
            <a:ext cx="3344400" cy="5071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27" name="Text Placeholder 37">
            <a:extLst>
              <a:ext uri="{FF2B5EF4-FFF2-40B4-BE49-F238E27FC236}">
                <a16:creationId xmlns:a16="http://schemas.microsoft.com/office/drawing/2014/main" id="{8384CAFD-3E0D-9B70-6236-FA446E59B1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978" y="2513476"/>
            <a:ext cx="3376800" cy="398416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821E593-A9A3-F8C9-B7E0-2AADAAEC14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3800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6" name="Text Placeholder 141">
            <a:extLst>
              <a:ext uri="{FF2B5EF4-FFF2-40B4-BE49-F238E27FC236}">
                <a16:creationId xmlns:a16="http://schemas.microsoft.com/office/drawing/2014/main" id="{443EDFE5-8AF7-8C3E-0AC2-25CDDD115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8" y="1340957"/>
            <a:ext cx="33768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88596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 - 3 splits (midd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455335C-2CAF-8553-85B5-565AB06752E1}"/>
              </a:ext>
            </a:extLst>
          </p:cNvPr>
          <p:cNvSpPr/>
          <p:nvPr userDrawn="1"/>
        </p:nvSpPr>
        <p:spPr bwMode="gray">
          <a:xfrm>
            <a:off x="8127600" y="0"/>
            <a:ext cx="40644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5" name="Text Placeholder 141">
            <a:extLst>
              <a:ext uri="{FF2B5EF4-FFF2-40B4-BE49-F238E27FC236}">
                <a16:creationId xmlns:a16="http://schemas.microsoft.com/office/drawing/2014/main" id="{D755A947-819B-03BB-6E20-4BCC67A910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7600" y="842400"/>
            <a:ext cx="33444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  <a:br>
              <a:rPr lang="da-DK" dirty="0"/>
            </a:br>
            <a:r>
              <a:rPr lang="da-DK" dirty="0"/>
              <a:t/>
            </a:r>
          </a:p>
        </p:txBody>
      </p:sp>
      <p:sp>
        <p:nvSpPr>
          <p:cNvPr id="26" name="Text Placeholder 37">
            <a:extLst>
              <a:ext uri="{FF2B5EF4-FFF2-40B4-BE49-F238E27FC236}">
                <a16:creationId xmlns:a16="http://schemas.microsoft.com/office/drawing/2014/main" id="{7809EF72-AA6F-0160-0D22-1506C1AC45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87600" y="1426276"/>
            <a:ext cx="3344400" cy="5071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122" name="Picture Placeholder 10">
            <a:extLst>
              <a:ext uri="{FF2B5EF4-FFF2-40B4-BE49-F238E27FC236}">
                <a16:creationId xmlns:a16="http://schemas.microsoft.com/office/drawing/2014/main" id="{47300FC8-8BF6-14E0-608A-95A3CBAC14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3800" y="0"/>
            <a:ext cx="4064400" cy="6858000"/>
          </a:xfrm>
          <a:solidFill>
            <a:schemeClr val="tx2"/>
          </a:solidFill>
        </p:spPr>
        <p:txBody>
          <a:bodyPr/>
          <a:lstStyle/>
          <a:p>
            <a:endParaRPr lang="fr-F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27" name="Text Placeholder 37">
            <a:extLst>
              <a:ext uri="{FF2B5EF4-FFF2-40B4-BE49-F238E27FC236}">
                <a16:creationId xmlns:a16="http://schemas.microsoft.com/office/drawing/2014/main" id="{8384CAFD-3E0D-9B70-6236-FA446E59B1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978" y="2513476"/>
            <a:ext cx="3376800" cy="398416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1366B38B-0BC5-9AF6-7702-59551DBF48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7600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pic>
        <p:nvPicPr>
          <p:cNvPr id="9" name="Picture 8" descr="Shape, square&#10;&#10;Description automatically generated">
            <a:extLst>
              <a:ext uri="{FF2B5EF4-FFF2-40B4-BE49-F238E27FC236}">
                <a16:creationId xmlns:a16="http://schemas.microsoft.com/office/drawing/2014/main" id="{DC1D3749-6BA3-A851-8C49-348B3062C9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1" name="Title 5">
            <a:extLst>
              <a:ext uri="{FF2B5EF4-FFF2-40B4-BE49-F238E27FC236}">
                <a16:creationId xmlns:a16="http://schemas.microsoft.com/office/drawing/2014/main" id="{78357433-5FB8-8957-8BDE-B0B2752CED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3376784" cy="4431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endParaRPr lang="fr-FR" dirty="0"/>
          </a:p>
        </p:txBody>
      </p:sp>
      <p:sp>
        <p:nvSpPr>
          <p:cNvPr id="14" name="Text Placeholder 141">
            <a:extLst>
              <a:ext uri="{FF2B5EF4-FFF2-40B4-BE49-F238E27FC236}">
                <a16:creationId xmlns:a16="http://schemas.microsoft.com/office/drawing/2014/main" id="{DAEC7625-0BE4-FDD5-5B87-33577DB418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978" y="1340957"/>
            <a:ext cx="33768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21202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4 - larg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4687200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6DCEF0B-B719-29DF-2B04-A304F22154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927445"/>
            <a:ext cx="11472863" cy="4570194"/>
          </a:xfrm>
          <a:prstGeom prst="roundRect">
            <a:avLst>
              <a:gd name="adj" fmla="val 1678"/>
            </a:avLst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0B1A692-6261-2C1A-EE1E-843B18049B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31206" y="842400"/>
            <a:ext cx="5700432" cy="88639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90DBF3AF-6929-3B9E-42E1-B2FF7B063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35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5 -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4687200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CE03133D-EEE7-4302-5742-395240D0E57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31206" y="842400"/>
            <a:ext cx="5700432" cy="88639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33A1FF07-2A43-CC1A-E4E2-292CEAB202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58774" y="1927445"/>
            <a:ext cx="5700432" cy="4570194"/>
          </a:xfrm>
          <a:prstGeom prst="roundRect">
            <a:avLst>
              <a:gd name="adj" fmla="val 1369"/>
            </a:avLst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fr-FR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C15CF861-EBFE-CDDF-CA6F-6DF34ED5FA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31206" y="1927445"/>
            <a:ext cx="5700432" cy="4570194"/>
          </a:xfrm>
          <a:prstGeom prst="roundRect">
            <a:avLst>
              <a:gd name="adj" fmla="val 1369"/>
            </a:avLst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fr-FR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17EE0ADC-F43D-A56B-A4ED-F539B7D4F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91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6 -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B0433E2-057B-3196-DE5E-02BFBA85B81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62413" y="360363"/>
            <a:ext cx="7769225" cy="6137275"/>
          </a:xfrm>
          <a:prstGeom prst="roundRect">
            <a:avLst>
              <a:gd name="adj" fmla="val 1371"/>
            </a:avLst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5pPr marL="720000" indent="0"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71149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7 - 3 x 1 car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D55D5AD-09DF-B2F1-967A-6A43D474BED1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60362" y="1925639"/>
            <a:ext cx="3776400" cy="457200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4C1F98B-9307-E4D1-AE13-BC4E63295912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4208762" y="1925639"/>
            <a:ext cx="3776400" cy="457200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3ABF5BA-2C54-F0EF-BAFD-3CE11E2BD6C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057162" y="1925639"/>
            <a:ext cx="3776400" cy="457200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141">
            <a:extLst>
              <a:ext uri="{FF2B5EF4-FFF2-40B4-BE49-F238E27FC236}">
                <a16:creationId xmlns:a16="http://schemas.microsoft.com/office/drawing/2014/main" id="{3C19A8E1-CE0B-3472-2974-34CBDA37C77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0781" y="4572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9AF599-9345-F8C5-4F67-24EA27017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20781" y="4890221"/>
            <a:ext cx="3056400" cy="124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41">
            <a:extLst>
              <a:ext uri="{FF2B5EF4-FFF2-40B4-BE49-F238E27FC236}">
                <a16:creationId xmlns:a16="http://schemas.microsoft.com/office/drawing/2014/main" id="{24D927FD-0E1B-12AD-A3AC-7011FA3ED7B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568762" y="4572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323C4B9-23EF-0E12-7D0A-276FBEA96856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4568762" y="4890221"/>
            <a:ext cx="3056400" cy="124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41">
            <a:extLst>
              <a:ext uri="{FF2B5EF4-FFF2-40B4-BE49-F238E27FC236}">
                <a16:creationId xmlns:a16="http://schemas.microsoft.com/office/drawing/2014/main" id="{D6D57570-C392-3A31-494B-BEEB9465626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417162" y="4572000"/>
            <a:ext cx="30564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F56FC0C-BB42-56BC-C9F9-6DD521F285C9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>
          <a:xfrm>
            <a:off x="8417162" y="4890221"/>
            <a:ext cx="3056400" cy="124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B8A487BC-6BAD-8C9E-0C20-50FEFAC6FA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362" y="1925639"/>
            <a:ext cx="3776400" cy="2286000"/>
          </a:xfrm>
          <a:prstGeom prst="round2SameRect">
            <a:avLst>
              <a:gd name="adj1" fmla="val 775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fr-FR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4390A5D3-BDEA-25AF-5BBE-26541E52DE7B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4207800" y="1925639"/>
            <a:ext cx="3776400" cy="2286000"/>
          </a:xfrm>
          <a:prstGeom prst="round2SameRect">
            <a:avLst>
              <a:gd name="adj1" fmla="val 775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fr-FR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6AB3EF5E-B84C-BCD9-E23D-4D90E10CB926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8057162" y="1925639"/>
            <a:ext cx="3776400" cy="2286000"/>
          </a:xfrm>
          <a:prstGeom prst="round2SameRect">
            <a:avLst>
              <a:gd name="adj1" fmla="val 775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221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8 - 4 x 1 car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978" y="1340957"/>
            <a:ext cx="11505600" cy="2308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4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3837D64-8B57-F029-AA24-90B4A71BE9EE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3603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D8D4312-3847-BABD-0026-5A77A8BA91C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32466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CC46418-D877-C849-F7AA-166F40B1623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329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F649AE0-1778-0579-8BE2-F387EC61C708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019262" y="1925639"/>
            <a:ext cx="2814300" cy="4572000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0">
            <a:solidFill>
              <a:schemeClr val="bg1"/>
            </a:solidFill>
          </a:ln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9" name="Text Placeholder 141">
            <a:extLst>
              <a:ext uri="{FF2B5EF4-FFF2-40B4-BE49-F238E27FC236}">
                <a16:creationId xmlns:a16="http://schemas.microsoft.com/office/drawing/2014/main" id="{B4E8E820-908F-CA9C-72EC-8FD9D95209D4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720781" y="4572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95610DA-3ACA-FFEE-19D4-BA461F52032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720781" y="4890221"/>
            <a:ext cx="2095200" cy="124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41">
            <a:extLst>
              <a:ext uri="{FF2B5EF4-FFF2-40B4-BE49-F238E27FC236}">
                <a16:creationId xmlns:a16="http://schemas.microsoft.com/office/drawing/2014/main" id="{0102FA5A-E1B9-F976-4FE8-7C48628A3CCD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3606212" y="4572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1DB3B74-7C95-3351-4FED-D64396D864F9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3606212" y="4890221"/>
            <a:ext cx="2095200" cy="124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41">
            <a:extLst>
              <a:ext uri="{FF2B5EF4-FFF2-40B4-BE49-F238E27FC236}">
                <a16:creationId xmlns:a16="http://schemas.microsoft.com/office/drawing/2014/main" id="{33CCDE2A-2479-3848-2AB9-96D3E6F77C8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492512" y="4572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5341193-95A7-F410-8ED7-CC538B525E77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6492512" y="4890221"/>
            <a:ext cx="2095200" cy="124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141">
            <a:extLst>
              <a:ext uri="{FF2B5EF4-FFF2-40B4-BE49-F238E27FC236}">
                <a16:creationId xmlns:a16="http://schemas.microsoft.com/office/drawing/2014/main" id="{D3D89479-75D7-2C00-EE86-D61E1EE40DC0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9378812" y="4572000"/>
            <a:ext cx="20952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CFDBB587-1578-3FC5-C21F-0029E453C4A0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>
          <a:xfrm>
            <a:off x="9378812" y="4890221"/>
            <a:ext cx="2095200" cy="124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397AA90-5C14-EC99-8138-5132F3F5FB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362" y="1925639"/>
            <a:ext cx="2814300" cy="2286000"/>
          </a:xfrm>
          <a:prstGeom prst="round2SameRect">
            <a:avLst>
              <a:gd name="adj1" fmla="val 7861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fr-FR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8B2703F-3539-D6F5-EE61-28EF666AD9E0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>
          <a:xfrm>
            <a:off x="3246662" y="1925639"/>
            <a:ext cx="2814300" cy="2286000"/>
          </a:xfrm>
          <a:prstGeom prst="round2SameRect">
            <a:avLst>
              <a:gd name="adj1" fmla="val 7861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fr-FR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6247F52-884C-B1EF-010A-9FBF76D15253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6132962" y="1925639"/>
            <a:ext cx="2814300" cy="2286000"/>
          </a:xfrm>
          <a:prstGeom prst="round2SameRect">
            <a:avLst>
              <a:gd name="adj1" fmla="val 7861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fr-FR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741BB98F-ADF3-D279-F414-990A1F59CBA6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9019262" y="1925639"/>
            <a:ext cx="2814300" cy="2286000"/>
          </a:xfrm>
          <a:prstGeom prst="round2SameRect">
            <a:avLst>
              <a:gd name="adj1" fmla="val 7861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224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slide 1 -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BD1359-7F6E-3066-F007-9B14DDC77258}"/>
              </a:ext>
            </a:extLst>
          </p:cNvPr>
          <p:cNvSpPr/>
          <p:nvPr userDrawn="1"/>
        </p:nvSpPr>
        <p:spPr bwMode="gray">
          <a:xfrm>
            <a:off x="4054642" y="360165"/>
            <a:ext cx="7809380" cy="6137473"/>
          </a:xfrm>
          <a:prstGeom prst="roundRect">
            <a:avLst>
              <a:gd name="adj" fmla="val 1570"/>
            </a:avLst>
          </a:prstGeom>
          <a:solidFill>
            <a:srgbClr val="E1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8339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slide 2 - m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5D7629D3-BB67-2D1E-22F0-80A3BA7B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3376784" cy="443198"/>
          </a:xfrm>
        </p:spPr>
        <p:txBody>
          <a:bodyPr/>
          <a:lstStyle>
            <a:lvl1pPr>
              <a:defRPr/>
            </a:lvl1pPr>
          </a:lstStyle>
          <a:p>
            <a:endParaRPr lang="fr-FR" dirty="0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6DC79CE0-FEA8-1FAD-10B3-8C5ED9A65F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344400" cy="398416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pic>
        <p:nvPicPr>
          <p:cNvPr id="18" name="Picture 17" descr="Shape, square&#10;&#10;Description automatically generated">
            <a:extLst>
              <a:ext uri="{FF2B5EF4-FFF2-40B4-BE49-F238E27FC236}">
                <a16:creationId xmlns:a16="http://schemas.microsoft.com/office/drawing/2014/main" id="{80B9EF11-3EFD-4695-AE6B-F3581E872A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28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slide 3 - processe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97108D14-735A-6D56-0DE5-C927B559B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2" y="1340957"/>
            <a:ext cx="5374816" cy="1979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2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5397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slide 4 - processes (centered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3571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ctr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0CB99B0D-C2B4-63CF-D9F8-6B76E5A68B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2" y="1340957"/>
            <a:ext cx="11471276" cy="1979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14000"/>
              </a:lnSpc>
              <a:buNone/>
              <a:defRPr sz="12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08241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 mockup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978" y="842400"/>
            <a:ext cx="3114000" cy="4431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/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773011-F49B-A8CF-8A13-64EB94AA827C}"/>
              </a:ext>
            </a:extLst>
          </p:cNvPr>
          <p:cNvGrpSpPr/>
          <p:nvPr userDrawn="1"/>
        </p:nvGrpSpPr>
        <p:grpSpPr>
          <a:xfrm>
            <a:off x="3331089" y="360001"/>
            <a:ext cx="10215830" cy="6188024"/>
            <a:chOff x="914400" y="1883304"/>
            <a:chExt cx="4267200" cy="2584767"/>
          </a:xfrm>
        </p:grpSpPr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0E85F43F-A16D-C03B-40E0-54B449C4E3A6}"/>
                </a:ext>
              </a:extLst>
            </p:cNvPr>
            <p:cNvSpPr/>
            <p:nvPr/>
          </p:nvSpPr>
          <p:spPr>
            <a:xfrm>
              <a:off x="1339850" y="1964266"/>
              <a:ext cx="3416300" cy="2226733"/>
            </a:xfrm>
            <a:prstGeom prst="round2SameRect">
              <a:avLst>
                <a:gd name="adj1" fmla="val 1897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verused Grotesk"/>
                <a:ea typeface="+mn-ea"/>
                <a:cs typeface="+mn-cs"/>
              </a:endParaRPr>
            </a:p>
          </p:txBody>
        </p:sp>
        <p:pic>
          <p:nvPicPr>
            <p:cNvPr id="16" name="Picture 15" descr="A black screen with a black background&#10;&#10;AI-generated content may be incorrect.">
              <a:extLst>
                <a:ext uri="{FF2B5EF4-FFF2-40B4-BE49-F238E27FC236}">
                  <a16:creationId xmlns:a16="http://schemas.microsoft.com/office/drawing/2014/main" id="{6ECF3DAC-931A-D5A0-14DC-90E7CFEB1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4400" y="1883304"/>
              <a:ext cx="4267200" cy="2584767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7239C8-82E9-1713-198B-27B5346C8B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364836" y="563966"/>
            <a:ext cx="8155938" cy="268207"/>
          </a:xfrm>
          <a:custGeom>
            <a:avLst/>
            <a:gdLst>
              <a:gd name="csX0" fmla="*/ 107136 w 8155938"/>
              <a:gd name="csY0" fmla="*/ 0 h 268207"/>
              <a:gd name="csX1" fmla="*/ 3553230 w 8155938"/>
              <a:gd name="csY1" fmla="*/ 0 h 268207"/>
              <a:gd name="csX2" fmla="*/ 3587704 w 8155938"/>
              <a:gd name="csY2" fmla="*/ 34474 h 268207"/>
              <a:gd name="csX3" fmla="*/ 3587704 w 8155938"/>
              <a:gd name="csY3" fmla="*/ 132383 h 268207"/>
              <a:gd name="csX4" fmla="*/ 3633945 w 8155938"/>
              <a:gd name="csY4" fmla="*/ 178624 h 268207"/>
              <a:gd name="csX5" fmla="*/ 4521998 w 8155938"/>
              <a:gd name="csY5" fmla="*/ 178624 h 268207"/>
              <a:gd name="csX6" fmla="*/ 4568238 w 8155938"/>
              <a:gd name="csY6" fmla="*/ 132383 h 268207"/>
              <a:gd name="csX7" fmla="*/ 4568238 w 8155938"/>
              <a:gd name="csY7" fmla="*/ 34474 h 268207"/>
              <a:gd name="csX8" fmla="*/ 4602713 w 8155938"/>
              <a:gd name="csY8" fmla="*/ 0 h 268207"/>
              <a:gd name="csX9" fmla="*/ 8048802 w 8155938"/>
              <a:gd name="csY9" fmla="*/ 0 h 268207"/>
              <a:gd name="csX10" fmla="*/ 8155938 w 8155938"/>
              <a:gd name="csY10" fmla="*/ 107136 h 268207"/>
              <a:gd name="csX11" fmla="*/ 8155938 w 8155938"/>
              <a:gd name="csY11" fmla="*/ 268207 h 268207"/>
              <a:gd name="csX12" fmla="*/ 0 w 8155938"/>
              <a:gd name="csY12" fmla="*/ 268207 h 268207"/>
              <a:gd name="csX13" fmla="*/ 0 w 8155938"/>
              <a:gd name="csY13" fmla="*/ 107136 h 268207"/>
              <a:gd name="csX14" fmla="*/ 107136 w 8155938"/>
              <a:gd name="csY14" fmla="*/ 0 h 268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8155938" h="268207">
                <a:moveTo>
                  <a:pt x="107136" y="0"/>
                </a:moveTo>
                <a:lnTo>
                  <a:pt x="3553230" y="0"/>
                </a:lnTo>
                <a:cubicBezTo>
                  <a:pt x="3572270" y="0"/>
                  <a:pt x="3587704" y="15434"/>
                  <a:pt x="3587704" y="34474"/>
                </a:cubicBezTo>
                <a:lnTo>
                  <a:pt x="3587704" y="132383"/>
                </a:lnTo>
                <a:cubicBezTo>
                  <a:pt x="3587704" y="157920"/>
                  <a:pt x="3608408" y="178624"/>
                  <a:pt x="3633945" y="178624"/>
                </a:cubicBezTo>
                <a:lnTo>
                  <a:pt x="4521998" y="178624"/>
                </a:lnTo>
                <a:cubicBezTo>
                  <a:pt x="4547535" y="178624"/>
                  <a:pt x="4568238" y="157920"/>
                  <a:pt x="4568238" y="132383"/>
                </a:cubicBezTo>
                <a:lnTo>
                  <a:pt x="4568238" y="34474"/>
                </a:lnTo>
                <a:cubicBezTo>
                  <a:pt x="4568238" y="15434"/>
                  <a:pt x="4583673" y="0"/>
                  <a:pt x="4602713" y="0"/>
                </a:cubicBezTo>
                <a:lnTo>
                  <a:pt x="8048802" y="0"/>
                </a:lnTo>
                <a:cubicBezTo>
                  <a:pt x="8107971" y="0"/>
                  <a:pt x="8155938" y="47967"/>
                  <a:pt x="8155938" y="107136"/>
                </a:cubicBezTo>
                <a:lnTo>
                  <a:pt x="8155938" y="268207"/>
                </a:lnTo>
                <a:lnTo>
                  <a:pt x="0" y="268207"/>
                </a:lnTo>
                <a:lnTo>
                  <a:pt x="0" y="107136"/>
                </a:lnTo>
                <a:cubicBezTo>
                  <a:pt x="0" y="47967"/>
                  <a:pt x="47967" y="0"/>
                  <a:pt x="107136" y="0"/>
                </a:cubicBezTo>
                <a:close/>
              </a:path>
            </a:pathLst>
          </a:cu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BA9A266-6FD9-96EE-513E-93154AA1AA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64836" y="832173"/>
            <a:ext cx="8155938" cy="50487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63500">
              <a:prstClr val="black">
                <a:alpha val="25000"/>
              </a:prstClr>
            </a:inn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Placeholder 141">
            <a:extLst>
              <a:ext uri="{FF2B5EF4-FFF2-40B4-BE49-F238E27FC236}">
                <a16:creationId xmlns:a16="http://schemas.microsoft.com/office/drawing/2014/main" id="{B2D76233-FF55-E394-9939-46F1076275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2" y="1929600"/>
            <a:ext cx="31140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  <a:br>
              <a:rPr lang="da-DK" dirty="0"/>
            </a:br>
            <a:r>
              <a:rPr lang="da-DK" dirty="0"/>
              <a:t/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838E92EA-96BB-812C-1736-28B5D86330A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114000" cy="27080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2529D432-D5B4-3C6F-B02B-E70D628B8A5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0362" y="1340957"/>
            <a:ext cx="3096820" cy="1979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2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48583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mockup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7">
            <a:extLst>
              <a:ext uri="{FF2B5EF4-FFF2-40B4-BE49-F238E27FC236}">
                <a16:creationId xmlns:a16="http://schemas.microsoft.com/office/drawing/2014/main" id="{461073D3-4C38-2EBD-0A40-0B71D7681A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0362" y="2513476"/>
            <a:ext cx="3114000" cy="27080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6885622" cy="4431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8" name="Picture 7" descr="Shape, square&#10;&#10;Description automatically generated">
            <a:extLst>
              <a:ext uri="{FF2B5EF4-FFF2-40B4-BE49-F238E27FC236}">
                <a16:creationId xmlns:a16="http://schemas.microsoft.com/office/drawing/2014/main" id="{20778D8E-C7B4-8713-6B6C-83004158D9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4365" y="360165"/>
            <a:ext cx="177273" cy="23639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F3146F-8C79-E32F-E32B-FA91CA49E5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2" y="360165"/>
            <a:ext cx="724859" cy="24954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72000" tIns="18000" rIns="72000" bIns="21600" anchor="ctr">
            <a:spAutoFit/>
          </a:bodyPr>
          <a:lstStyle>
            <a:lvl1pPr algn="l">
              <a:buNone/>
              <a:defRPr sz="800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8D2B6C-D1B1-43AB-91B8-0D6A4697347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370B3E3-B05B-035F-692F-B6F0CA379BFD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89A1E-BB81-8B94-8D3F-C915D2AD2ABB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354BFF9-0268-1CA6-21D8-96F732288097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A6E5FFB-4960-D457-61CC-14AE4FE03ED3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4A99C47-97FA-8A33-A8D4-EFC73B29361F}"/>
              </a:ext>
            </a:extLst>
          </p:cNvPr>
          <p:cNvGrpSpPr/>
          <p:nvPr userDrawn="1"/>
        </p:nvGrpSpPr>
        <p:grpSpPr>
          <a:xfrm rot="21184206">
            <a:off x="7588508" y="620057"/>
            <a:ext cx="4701540" cy="6499224"/>
            <a:chOff x="7490460" y="358776"/>
            <a:chExt cx="4701540" cy="649922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7C6A7AD-5123-6CA4-6821-D0BA9AB1938D}"/>
                </a:ext>
              </a:extLst>
            </p:cNvPr>
            <p:cNvSpPr/>
            <p:nvPr/>
          </p:nvSpPr>
          <p:spPr bwMode="gray">
            <a:xfrm>
              <a:off x="8162925" y="470923"/>
              <a:ext cx="2343150" cy="5066909"/>
            </a:xfrm>
            <a:prstGeom prst="roundRect">
              <a:avLst>
                <a:gd name="adj" fmla="val 1178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pic>
          <p:nvPicPr>
            <p:cNvPr id="13" name="Picture 12" descr="A hand holding a cell phone&#10;&#10;Description automatically generated">
              <a:extLst>
                <a:ext uri="{FF2B5EF4-FFF2-40B4-BE49-F238E27FC236}">
                  <a16:creationId xmlns:a16="http://schemas.microsoft.com/office/drawing/2014/main" id="{38627FE9-7A59-25C5-1DF3-86E5DBCA3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218" b="4519"/>
            <a:stretch>
              <a:fillRect/>
            </a:stretch>
          </p:blipFill>
          <p:spPr>
            <a:xfrm>
              <a:off x="7490460" y="358776"/>
              <a:ext cx="4701540" cy="6499224"/>
            </a:xfrm>
            <a:prstGeom prst="rect">
              <a:avLst/>
            </a:prstGeom>
          </p:spPr>
        </p:pic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E9C37E1-A7E5-01B1-C934-585AED8C7B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21184206">
            <a:off x="8191798" y="797754"/>
            <a:ext cx="2343150" cy="5066909"/>
          </a:xfrm>
          <a:custGeom>
            <a:avLst/>
            <a:gdLst>
              <a:gd name="csX0" fmla="*/ 912110 w 2343150"/>
              <a:gd name="csY0" fmla="*/ 65189 h 5066909"/>
              <a:gd name="csX1" fmla="*/ 815355 w 2343150"/>
              <a:gd name="csY1" fmla="*/ 129323 h 5066909"/>
              <a:gd name="csX2" fmla="*/ 807103 w 2343150"/>
              <a:gd name="csY2" fmla="*/ 170196 h 5066909"/>
              <a:gd name="csX3" fmla="*/ 807103 w 2343150"/>
              <a:gd name="csY3" fmla="*/ 170195 h 5066909"/>
              <a:gd name="csX4" fmla="*/ 807103 w 2343150"/>
              <a:gd name="csY4" fmla="*/ 170196 h 5066909"/>
              <a:gd name="csX5" fmla="*/ 807103 w 2343150"/>
              <a:gd name="csY5" fmla="*/ 170196 h 5066909"/>
              <a:gd name="csX6" fmla="*/ 815355 w 2343150"/>
              <a:gd name="csY6" fmla="*/ 211069 h 5066909"/>
              <a:gd name="csX7" fmla="*/ 912110 w 2343150"/>
              <a:gd name="csY7" fmla="*/ 275202 h 5066909"/>
              <a:gd name="csX8" fmla="*/ 1429171 w 2343150"/>
              <a:gd name="csY8" fmla="*/ 275203 h 5066909"/>
              <a:gd name="csX9" fmla="*/ 1534178 w 2343150"/>
              <a:gd name="csY9" fmla="*/ 170196 h 5066909"/>
              <a:gd name="csX10" fmla="*/ 1534179 w 2343150"/>
              <a:gd name="csY10" fmla="*/ 170196 h 5066909"/>
              <a:gd name="csX11" fmla="*/ 1429172 w 2343150"/>
              <a:gd name="csY11" fmla="*/ 65189 h 5066909"/>
              <a:gd name="csX12" fmla="*/ 311944 w 2343150"/>
              <a:gd name="csY12" fmla="*/ 0 h 5066909"/>
              <a:gd name="csX13" fmla="*/ 2031206 w 2343150"/>
              <a:gd name="csY13" fmla="*/ 0 h 5066909"/>
              <a:gd name="csX14" fmla="*/ 2343150 w 2343150"/>
              <a:gd name="csY14" fmla="*/ 311944 h 5066909"/>
              <a:gd name="csX15" fmla="*/ 2343150 w 2343150"/>
              <a:gd name="csY15" fmla="*/ 4754965 h 5066909"/>
              <a:gd name="csX16" fmla="*/ 2031206 w 2343150"/>
              <a:gd name="csY16" fmla="*/ 5066909 h 5066909"/>
              <a:gd name="csX17" fmla="*/ 311944 w 2343150"/>
              <a:gd name="csY17" fmla="*/ 5066909 h 5066909"/>
              <a:gd name="csX18" fmla="*/ 0 w 2343150"/>
              <a:gd name="csY18" fmla="*/ 4754965 h 5066909"/>
              <a:gd name="csX19" fmla="*/ 0 w 2343150"/>
              <a:gd name="csY19" fmla="*/ 311944 h 5066909"/>
              <a:gd name="csX20" fmla="*/ 311944 w 2343150"/>
              <a:gd name="csY20" fmla="*/ 0 h 5066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343150" h="5066909">
                <a:moveTo>
                  <a:pt x="912110" y="65189"/>
                </a:moveTo>
                <a:cubicBezTo>
                  <a:pt x="868615" y="65189"/>
                  <a:pt x="831296" y="91634"/>
                  <a:pt x="815355" y="129323"/>
                </a:cubicBezTo>
                <a:lnTo>
                  <a:pt x="807103" y="170196"/>
                </a:lnTo>
                <a:lnTo>
                  <a:pt x="807103" y="170195"/>
                </a:lnTo>
                <a:lnTo>
                  <a:pt x="807103" y="170196"/>
                </a:lnTo>
                <a:lnTo>
                  <a:pt x="807103" y="170196"/>
                </a:lnTo>
                <a:lnTo>
                  <a:pt x="815355" y="211069"/>
                </a:lnTo>
                <a:cubicBezTo>
                  <a:pt x="831296" y="248757"/>
                  <a:pt x="868615" y="275202"/>
                  <a:pt x="912110" y="275202"/>
                </a:cubicBezTo>
                <a:lnTo>
                  <a:pt x="1429171" y="275203"/>
                </a:lnTo>
                <a:cubicBezTo>
                  <a:pt x="1487165" y="275203"/>
                  <a:pt x="1534178" y="228190"/>
                  <a:pt x="1534178" y="170196"/>
                </a:cubicBezTo>
                <a:lnTo>
                  <a:pt x="1534179" y="170196"/>
                </a:lnTo>
                <a:cubicBezTo>
                  <a:pt x="1534179" y="112202"/>
                  <a:pt x="1487166" y="65189"/>
                  <a:pt x="1429172" y="65189"/>
                </a:cubicBezTo>
                <a:close/>
                <a:moveTo>
                  <a:pt x="311944" y="0"/>
                </a:moveTo>
                <a:lnTo>
                  <a:pt x="2031206" y="0"/>
                </a:lnTo>
                <a:cubicBezTo>
                  <a:pt x="2203488" y="0"/>
                  <a:pt x="2343150" y="139662"/>
                  <a:pt x="2343150" y="311944"/>
                </a:cubicBezTo>
                <a:lnTo>
                  <a:pt x="2343150" y="4754965"/>
                </a:lnTo>
                <a:cubicBezTo>
                  <a:pt x="2343150" y="4927247"/>
                  <a:pt x="2203488" y="5066909"/>
                  <a:pt x="2031206" y="5066909"/>
                </a:cubicBezTo>
                <a:lnTo>
                  <a:pt x="311944" y="5066909"/>
                </a:lnTo>
                <a:cubicBezTo>
                  <a:pt x="139662" y="5066909"/>
                  <a:pt x="0" y="4927247"/>
                  <a:pt x="0" y="4754965"/>
                </a:cubicBezTo>
                <a:lnTo>
                  <a:pt x="0" y="311944"/>
                </a:lnTo>
                <a:cubicBezTo>
                  <a:pt x="0" y="139662"/>
                  <a:pt x="139662" y="0"/>
                  <a:pt x="311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fr-FR" dirty="0"/>
          </a:p>
          <a:p>
            <a:r>
              <a:rPr lang="fr-FR" dirty="0"/>
              <a:t>Picture</a:t>
            </a:r>
          </a:p>
        </p:txBody>
      </p:sp>
      <p:sp>
        <p:nvSpPr>
          <p:cNvPr id="27" name="Text Placeholder 141">
            <a:extLst>
              <a:ext uri="{FF2B5EF4-FFF2-40B4-BE49-F238E27FC236}">
                <a16:creationId xmlns:a16="http://schemas.microsoft.com/office/drawing/2014/main" id="{BED02BF0-C063-EBDE-6973-E6173EECBF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2" y="1929600"/>
            <a:ext cx="31140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  <a:br>
              <a:rPr lang="da-DK" dirty="0"/>
            </a:br>
            <a:r>
              <a:rPr lang="da-DK" dirty="0"/>
              <a:t/>
            </a:r>
          </a:p>
        </p:txBody>
      </p:sp>
      <p:sp>
        <p:nvSpPr>
          <p:cNvPr id="33" name="Text Placeholder 37">
            <a:extLst>
              <a:ext uri="{FF2B5EF4-FFF2-40B4-BE49-F238E27FC236}">
                <a16:creationId xmlns:a16="http://schemas.microsoft.com/office/drawing/2014/main" id="{A0BE4F68-9E54-8F2A-0694-6DCDAB770CE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34362" y="2513476"/>
            <a:ext cx="3114000" cy="27080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29" name="Text Placeholder 141">
            <a:extLst>
              <a:ext uri="{FF2B5EF4-FFF2-40B4-BE49-F238E27FC236}">
                <a16:creationId xmlns:a16="http://schemas.microsoft.com/office/drawing/2014/main" id="{096DE719-208D-2839-BD61-8DD5270970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34362" y="1929600"/>
            <a:ext cx="31140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lnSpc>
                <a:spcPct val="114000"/>
              </a:lnSpc>
              <a:spcAft>
                <a:spcPts val="600"/>
              </a:spcAft>
              <a:defRPr lang="en-US" sz="1600" kern="1200" dirty="0" smtClean="0">
                <a:solidFill>
                  <a:schemeClr val="accent5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3pPr>
            <a:lvl5pPr>
              <a:defRPr/>
            </a:lvl5pPr>
          </a:lstStyle>
          <a:p>
            <a:pPr lvl="0"/>
            <a:r>
              <a:rPr lang="da-DK" dirty="0"/>
              <a:t/>
            </a:r>
            <a:br>
              <a:rPr lang="da-DK" dirty="0"/>
            </a:br>
            <a:r>
              <a:rPr lang="da-DK" dirty="0"/>
              <a:t/>
            </a:r>
          </a:p>
        </p:txBody>
      </p: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DD025A60-9B22-CA6D-A591-983223BDDBD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0362" y="1340957"/>
            <a:ext cx="6853238" cy="1979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buNone/>
              <a:defRPr sz="1200">
                <a:solidFill>
                  <a:schemeClr val="accent5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8409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- Her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69805-3CEA-B434-3F33-B277231EA6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1FA2527-6B89-D1BA-2EC4-BAE1D7B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400" y="2618738"/>
            <a:ext cx="5116785" cy="1107996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B3C6FA-9272-2A4B-027D-73FA321AA6F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C45030B-EF8E-E996-FD09-4089E5079D47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E47F0F0-F130-E3D3-7527-20D1BAC5CCEF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3D19BE9-7825-5417-F516-22D39F126C8C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0CEE51-0C7D-4BF0-A026-44BEBE26E11B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0" name="Graphic 499">
            <a:extLst>
              <a:ext uri="{FF2B5EF4-FFF2-40B4-BE49-F238E27FC236}">
                <a16:creationId xmlns:a16="http://schemas.microsoft.com/office/drawing/2014/main" id="{994E492E-DD33-6BF8-2795-D95FC2F7A495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1" name="Graphic 499">
            <a:extLst>
              <a:ext uri="{FF2B5EF4-FFF2-40B4-BE49-F238E27FC236}">
                <a16:creationId xmlns:a16="http://schemas.microsoft.com/office/drawing/2014/main" id="{FE0B9C67-984F-CF73-EC21-396452BE54FA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3" name="Graphic 499">
            <a:extLst>
              <a:ext uri="{FF2B5EF4-FFF2-40B4-BE49-F238E27FC236}">
                <a16:creationId xmlns:a16="http://schemas.microsoft.com/office/drawing/2014/main" id="{4349D316-0E6D-506F-C72F-969FC561DF94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4" name="Graphic 499">
            <a:extLst>
              <a:ext uri="{FF2B5EF4-FFF2-40B4-BE49-F238E27FC236}">
                <a16:creationId xmlns:a16="http://schemas.microsoft.com/office/drawing/2014/main" id="{F34C68F4-982B-9EEE-BF9D-7E9D8990B913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E8B0C90E-BF5D-786C-FB2F-4F059971AAE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431286" y="2164072"/>
            <a:ext cx="625171" cy="153888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>
              <a:lnSpc>
                <a:spcPct val="100000"/>
              </a:lnSpc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3131B010-2614-1204-A2D3-37E2581712F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431286" y="3864470"/>
            <a:ext cx="4465966" cy="829458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14000"/>
              </a:lnSpc>
              <a:buNone/>
              <a:defRPr sz="12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4B17EAE-1D86-E8FB-8A08-3594F8395B6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63CF133-2CEE-B93B-92C8-81297B3D0786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C3CED95-FBBF-53FD-EC20-B4193C4C58E8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C24A4C37-EABE-C639-DF48-0060F29ADA33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CF9A5F0E-9493-EDAC-D2D5-EBAE14BB0860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2898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- Hero 2 (green pill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4D636D-CC26-4CCA-80AA-7B5F271F37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3417F3D-F31B-6B5F-FE9F-0D64DB9E75F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ABE2522-FDC0-2AAA-2D5A-AF52EE4353C9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B9DC1F-9BB4-C55D-DE56-4548976912D9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094428-38A0-8BFF-FDB2-33A45DBA5B36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348944-DAE3-39C1-C99E-3263E2ACDC38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9" name="Graphic 499">
            <a:extLst>
              <a:ext uri="{FF2B5EF4-FFF2-40B4-BE49-F238E27FC236}">
                <a16:creationId xmlns:a16="http://schemas.microsoft.com/office/drawing/2014/main" id="{86202B74-019A-268D-1FB5-67A17769B6EF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0" name="Graphic 499">
            <a:extLst>
              <a:ext uri="{FF2B5EF4-FFF2-40B4-BE49-F238E27FC236}">
                <a16:creationId xmlns:a16="http://schemas.microsoft.com/office/drawing/2014/main" id="{A462B586-0B13-9D55-DE90-F0BDE3590D5E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1" name="Graphic 499">
            <a:extLst>
              <a:ext uri="{FF2B5EF4-FFF2-40B4-BE49-F238E27FC236}">
                <a16:creationId xmlns:a16="http://schemas.microsoft.com/office/drawing/2014/main" id="{16AF5BE2-0E66-96C5-EC6D-A1D353AE65AF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2" name="Graphic 499">
            <a:extLst>
              <a:ext uri="{FF2B5EF4-FFF2-40B4-BE49-F238E27FC236}">
                <a16:creationId xmlns:a16="http://schemas.microsoft.com/office/drawing/2014/main" id="{7037655C-9E68-9799-787D-3122CDAB891F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6E4388-45A3-6FD4-ADAA-F6762543DDCC}"/>
              </a:ext>
            </a:extLst>
          </p:cNvPr>
          <p:cNvSpPr/>
          <p:nvPr userDrawn="1"/>
        </p:nvSpPr>
        <p:spPr bwMode="gray">
          <a:xfrm flipH="1">
            <a:off x="54000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0EDE12-AD2F-02E4-CA6C-B3ADE54AEF80}"/>
              </a:ext>
            </a:extLst>
          </p:cNvPr>
          <p:cNvSpPr/>
          <p:nvPr userDrawn="1"/>
        </p:nvSpPr>
        <p:spPr bwMode="gray">
          <a:xfrm flipH="1">
            <a:off x="1159920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CDB8BD-09A3-CFBA-64E6-BEB5384A9995}"/>
              </a:ext>
            </a:extLst>
          </p:cNvPr>
          <p:cNvSpPr/>
          <p:nvPr userDrawn="1"/>
        </p:nvSpPr>
        <p:spPr bwMode="gray">
          <a:xfrm flipH="1">
            <a:off x="10435071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28F358-018E-A110-9C85-F32FD8F43CC7}"/>
              </a:ext>
            </a:extLst>
          </p:cNvPr>
          <p:cNvSpPr/>
          <p:nvPr userDrawn="1"/>
        </p:nvSpPr>
        <p:spPr bwMode="gray">
          <a:xfrm flipH="1">
            <a:off x="9270945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99880A-418E-EA7D-B432-D51E6DBBBDC6}"/>
              </a:ext>
            </a:extLst>
          </p:cNvPr>
          <p:cNvSpPr/>
          <p:nvPr userDrawn="1"/>
        </p:nvSpPr>
        <p:spPr bwMode="gray">
          <a:xfrm flipH="1">
            <a:off x="8106819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4AB7CE-666E-8BB7-FBCA-EE2255DF7345}"/>
              </a:ext>
            </a:extLst>
          </p:cNvPr>
          <p:cNvSpPr/>
          <p:nvPr userDrawn="1"/>
        </p:nvSpPr>
        <p:spPr bwMode="gray">
          <a:xfrm flipH="1">
            <a:off x="6942693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21315F-2BA3-C34E-110F-87AF3A3D8A08}"/>
              </a:ext>
            </a:extLst>
          </p:cNvPr>
          <p:cNvSpPr/>
          <p:nvPr userDrawn="1"/>
        </p:nvSpPr>
        <p:spPr bwMode="gray">
          <a:xfrm flipH="1">
            <a:off x="5778567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C852A85-1FA4-8B22-8DDA-FAE8960D79E8}"/>
              </a:ext>
            </a:extLst>
          </p:cNvPr>
          <p:cNvSpPr/>
          <p:nvPr userDrawn="1"/>
        </p:nvSpPr>
        <p:spPr bwMode="gray">
          <a:xfrm flipH="1">
            <a:off x="4614441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186870-D792-48A2-B78B-6199B2C3C5F3}"/>
              </a:ext>
            </a:extLst>
          </p:cNvPr>
          <p:cNvSpPr/>
          <p:nvPr userDrawn="1"/>
        </p:nvSpPr>
        <p:spPr bwMode="gray">
          <a:xfrm flipH="1">
            <a:off x="3450315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C8D4F4-9599-F65C-F1DF-6212E4A4E814}"/>
              </a:ext>
            </a:extLst>
          </p:cNvPr>
          <p:cNvSpPr/>
          <p:nvPr userDrawn="1"/>
        </p:nvSpPr>
        <p:spPr bwMode="gray">
          <a:xfrm flipH="1">
            <a:off x="2868252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D049BA-69E1-4702-93B6-202D938067C0}"/>
              </a:ext>
            </a:extLst>
          </p:cNvPr>
          <p:cNvSpPr/>
          <p:nvPr userDrawn="1"/>
        </p:nvSpPr>
        <p:spPr bwMode="gray">
          <a:xfrm flipH="1">
            <a:off x="9853008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6F5F4D4-40AE-4A6F-0FAB-1C6889B5CFE9}"/>
              </a:ext>
            </a:extLst>
          </p:cNvPr>
          <p:cNvSpPr/>
          <p:nvPr userDrawn="1"/>
        </p:nvSpPr>
        <p:spPr bwMode="gray">
          <a:xfrm flipH="1">
            <a:off x="8688882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670C950-1B72-2E12-93B9-3FE99CA7D90F}"/>
              </a:ext>
            </a:extLst>
          </p:cNvPr>
          <p:cNvSpPr/>
          <p:nvPr userDrawn="1"/>
        </p:nvSpPr>
        <p:spPr bwMode="gray">
          <a:xfrm flipH="1">
            <a:off x="7524756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1D94169-C404-794A-FB45-0D48DA5B660F}"/>
              </a:ext>
            </a:extLst>
          </p:cNvPr>
          <p:cNvSpPr/>
          <p:nvPr userDrawn="1"/>
        </p:nvSpPr>
        <p:spPr bwMode="gray">
          <a:xfrm flipH="1">
            <a:off x="636063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7E111B-3236-620C-8B7F-E1C777A39B6B}"/>
              </a:ext>
            </a:extLst>
          </p:cNvPr>
          <p:cNvSpPr/>
          <p:nvPr userDrawn="1"/>
        </p:nvSpPr>
        <p:spPr bwMode="gray">
          <a:xfrm flipH="1">
            <a:off x="5196504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4F54A26-35C7-CC70-11C2-BC129845138D}"/>
              </a:ext>
            </a:extLst>
          </p:cNvPr>
          <p:cNvSpPr/>
          <p:nvPr userDrawn="1"/>
        </p:nvSpPr>
        <p:spPr bwMode="gray">
          <a:xfrm flipH="1">
            <a:off x="4032378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3D2B118-A6CD-ADE7-23F2-77ECB37CA184}"/>
              </a:ext>
            </a:extLst>
          </p:cNvPr>
          <p:cNvSpPr/>
          <p:nvPr userDrawn="1"/>
        </p:nvSpPr>
        <p:spPr bwMode="gray">
          <a:xfrm flipH="1">
            <a:off x="1704126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53A882-4669-6F86-A79C-AA5DFBC2817B}"/>
              </a:ext>
            </a:extLst>
          </p:cNvPr>
          <p:cNvSpPr/>
          <p:nvPr userDrawn="1"/>
        </p:nvSpPr>
        <p:spPr bwMode="gray">
          <a:xfrm flipH="1">
            <a:off x="2286189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819D4AC-4D3A-0BBC-8FFA-8E3D941C1B50}"/>
              </a:ext>
            </a:extLst>
          </p:cNvPr>
          <p:cNvSpPr/>
          <p:nvPr userDrawn="1"/>
        </p:nvSpPr>
        <p:spPr bwMode="gray">
          <a:xfrm flipH="1">
            <a:off x="1122063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0712542-892E-A5D6-F7F5-0372C75F36F2}"/>
              </a:ext>
            </a:extLst>
          </p:cNvPr>
          <p:cNvSpPr/>
          <p:nvPr userDrawn="1"/>
        </p:nvSpPr>
        <p:spPr bwMode="gray">
          <a:xfrm flipH="1">
            <a:off x="11017134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610CB3-3011-C349-FF1B-3F01D5F0CB59}"/>
              </a:ext>
            </a:extLst>
          </p:cNvPr>
          <p:cNvSpPr/>
          <p:nvPr userDrawn="1"/>
        </p:nvSpPr>
        <p:spPr bwMode="gray">
          <a:xfrm flipH="1">
            <a:off x="1130756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7D0FA63-EA49-5344-F771-B0F2C3DBEFCF}"/>
              </a:ext>
            </a:extLst>
          </p:cNvPr>
          <p:cNvSpPr/>
          <p:nvPr userDrawn="1"/>
        </p:nvSpPr>
        <p:spPr bwMode="gray">
          <a:xfrm flipH="1">
            <a:off x="10143439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1DF9706-FCE1-F1B9-C5A1-88271169A906}"/>
              </a:ext>
            </a:extLst>
          </p:cNvPr>
          <p:cNvSpPr/>
          <p:nvPr userDrawn="1"/>
        </p:nvSpPr>
        <p:spPr bwMode="gray">
          <a:xfrm flipH="1">
            <a:off x="141249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1556B6-AC84-C17B-DF8C-B7F493F5E7BC}"/>
              </a:ext>
            </a:extLst>
          </p:cNvPr>
          <p:cNvSpPr/>
          <p:nvPr userDrawn="1"/>
        </p:nvSpPr>
        <p:spPr bwMode="gray">
          <a:xfrm flipH="1">
            <a:off x="830431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A8ED991-17E4-D900-4ABD-288E452D0D5D}"/>
              </a:ext>
            </a:extLst>
          </p:cNvPr>
          <p:cNvSpPr/>
          <p:nvPr userDrawn="1"/>
        </p:nvSpPr>
        <p:spPr bwMode="gray">
          <a:xfrm flipH="1">
            <a:off x="10725502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42C2B6E-2506-0CFD-6F21-1CEEF3588DCA}"/>
              </a:ext>
            </a:extLst>
          </p:cNvPr>
          <p:cNvSpPr/>
          <p:nvPr userDrawn="1"/>
        </p:nvSpPr>
        <p:spPr bwMode="gray">
          <a:xfrm flipH="1">
            <a:off x="8979313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3413F3-3529-076F-8D51-C13A60824A2F}"/>
              </a:ext>
            </a:extLst>
          </p:cNvPr>
          <p:cNvSpPr/>
          <p:nvPr userDrawn="1"/>
        </p:nvSpPr>
        <p:spPr bwMode="gray">
          <a:xfrm flipH="1">
            <a:off x="7815187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F957932-AB81-CCA1-C497-1E82255B4AA5}"/>
              </a:ext>
            </a:extLst>
          </p:cNvPr>
          <p:cNvSpPr/>
          <p:nvPr userDrawn="1"/>
        </p:nvSpPr>
        <p:spPr bwMode="gray">
          <a:xfrm flipH="1">
            <a:off x="6651061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28D6EF4-46B6-847E-198B-FAF41BDDEE0C}"/>
              </a:ext>
            </a:extLst>
          </p:cNvPr>
          <p:cNvSpPr/>
          <p:nvPr userDrawn="1"/>
        </p:nvSpPr>
        <p:spPr bwMode="gray">
          <a:xfrm flipH="1">
            <a:off x="5486935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9007F0-B22A-61B2-07A0-28B2E6B83E3B}"/>
              </a:ext>
            </a:extLst>
          </p:cNvPr>
          <p:cNvSpPr/>
          <p:nvPr userDrawn="1"/>
        </p:nvSpPr>
        <p:spPr bwMode="gray">
          <a:xfrm flipH="1">
            <a:off x="4322809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575BF35-859E-93F9-5965-4D81685B4ABC}"/>
              </a:ext>
            </a:extLst>
          </p:cNvPr>
          <p:cNvSpPr/>
          <p:nvPr userDrawn="1"/>
        </p:nvSpPr>
        <p:spPr bwMode="gray">
          <a:xfrm flipH="1">
            <a:off x="3158683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7A8F7EC-A443-9198-C756-B5BF75A0368E}"/>
              </a:ext>
            </a:extLst>
          </p:cNvPr>
          <p:cNvSpPr/>
          <p:nvPr userDrawn="1"/>
        </p:nvSpPr>
        <p:spPr bwMode="gray">
          <a:xfrm flipH="1">
            <a:off x="2576620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5C6EAE4-74F5-2938-C460-12F670F56C56}"/>
              </a:ext>
            </a:extLst>
          </p:cNvPr>
          <p:cNvSpPr/>
          <p:nvPr userDrawn="1"/>
        </p:nvSpPr>
        <p:spPr bwMode="gray">
          <a:xfrm flipH="1">
            <a:off x="9561376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36E810-EEE0-7474-D7F6-4D93C4DAC276}"/>
              </a:ext>
            </a:extLst>
          </p:cNvPr>
          <p:cNvSpPr/>
          <p:nvPr userDrawn="1"/>
        </p:nvSpPr>
        <p:spPr bwMode="gray">
          <a:xfrm flipH="1">
            <a:off x="8397250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3C23101-AB18-125A-63E2-BE6FA0A3F99E}"/>
              </a:ext>
            </a:extLst>
          </p:cNvPr>
          <p:cNvSpPr/>
          <p:nvPr userDrawn="1"/>
        </p:nvSpPr>
        <p:spPr bwMode="gray">
          <a:xfrm flipH="1">
            <a:off x="723312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75B0AEA-DD47-8B38-7F54-82432BFB9570}"/>
              </a:ext>
            </a:extLst>
          </p:cNvPr>
          <p:cNvSpPr/>
          <p:nvPr userDrawn="1"/>
        </p:nvSpPr>
        <p:spPr bwMode="gray">
          <a:xfrm flipH="1">
            <a:off x="606899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949A36-3E44-6CBD-2E91-98EFCEB4B904}"/>
              </a:ext>
            </a:extLst>
          </p:cNvPr>
          <p:cNvSpPr/>
          <p:nvPr userDrawn="1"/>
        </p:nvSpPr>
        <p:spPr bwMode="gray">
          <a:xfrm flipH="1">
            <a:off x="4904872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B2F1FB6-4076-9C8A-991B-9E5B0042755A}"/>
              </a:ext>
            </a:extLst>
          </p:cNvPr>
          <p:cNvSpPr/>
          <p:nvPr userDrawn="1"/>
        </p:nvSpPr>
        <p:spPr bwMode="gray">
          <a:xfrm flipH="1">
            <a:off x="3740746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30A11B6-0AB5-CB64-9F88-E945DC3D590F}"/>
              </a:ext>
            </a:extLst>
          </p:cNvPr>
          <p:cNvSpPr/>
          <p:nvPr userDrawn="1"/>
        </p:nvSpPr>
        <p:spPr bwMode="gray">
          <a:xfrm flipH="1">
            <a:off x="1994557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03641C8-D547-2559-510A-544295E8C3A9}"/>
              </a:ext>
            </a:extLst>
          </p:cNvPr>
          <p:cNvSpPr/>
          <p:nvPr userDrawn="1"/>
        </p:nvSpPr>
        <p:spPr bwMode="gray">
          <a:xfrm flipH="1">
            <a:off x="54000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C6E8C3F-40BA-657F-05FF-956924548846}"/>
              </a:ext>
            </a:extLst>
          </p:cNvPr>
          <p:cNvSpPr/>
          <p:nvPr userDrawn="1"/>
        </p:nvSpPr>
        <p:spPr bwMode="gray">
          <a:xfrm flipH="1">
            <a:off x="1159920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0B071EA-CC58-1BC7-5DE6-BD270D0F72B6}"/>
              </a:ext>
            </a:extLst>
          </p:cNvPr>
          <p:cNvSpPr/>
          <p:nvPr userDrawn="1"/>
        </p:nvSpPr>
        <p:spPr bwMode="gray">
          <a:xfrm flipH="1">
            <a:off x="10435071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2C414C9-13D3-D435-F13E-32CD1529F09B}"/>
              </a:ext>
            </a:extLst>
          </p:cNvPr>
          <p:cNvSpPr/>
          <p:nvPr userDrawn="1"/>
        </p:nvSpPr>
        <p:spPr bwMode="gray">
          <a:xfrm flipH="1">
            <a:off x="9270945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D6EC537-14B2-4E70-2584-5C8BF38A2DF7}"/>
              </a:ext>
            </a:extLst>
          </p:cNvPr>
          <p:cNvSpPr/>
          <p:nvPr userDrawn="1"/>
        </p:nvSpPr>
        <p:spPr bwMode="gray">
          <a:xfrm flipH="1">
            <a:off x="8106819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7B25AC1-09CF-84B2-A918-FED0B5733524}"/>
              </a:ext>
            </a:extLst>
          </p:cNvPr>
          <p:cNvSpPr/>
          <p:nvPr userDrawn="1"/>
        </p:nvSpPr>
        <p:spPr bwMode="gray">
          <a:xfrm flipH="1">
            <a:off x="6942693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EC375A61-3CF8-CB19-3459-616427F17ED4}"/>
              </a:ext>
            </a:extLst>
          </p:cNvPr>
          <p:cNvSpPr/>
          <p:nvPr userDrawn="1"/>
        </p:nvSpPr>
        <p:spPr bwMode="gray">
          <a:xfrm flipH="1">
            <a:off x="5778567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92E385E-C138-27E6-C685-0B6D7F9E5206}"/>
              </a:ext>
            </a:extLst>
          </p:cNvPr>
          <p:cNvSpPr/>
          <p:nvPr userDrawn="1"/>
        </p:nvSpPr>
        <p:spPr bwMode="gray">
          <a:xfrm flipH="1">
            <a:off x="4614441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004135D-A526-3327-4560-76711EA8275B}"/>
              </a:ext>
            </a:extLst>
          </p:cNvPr>
          <p:cNvSpPr/>
          <p:nvPr userDrawn="1"/>
        </p:nvSpPr>
        <p:spPr bwMode="gray">
          <a:xfrm flipH="1">
            <a:off x="3450315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0870191-E30B-4659-B8E2-2E46CF3167EE}"/>
              </a:ext>
            </a:extLst>
          </p:cNvPr>
          <p:cNvSpPr/>
          <p:nvPr userDrawn="1"/>
        </p:nvSpPr>
        <p:spPr bwMode="gray">
          <a:xfrm flipH="1">
            <a:off x="2868252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5C1B45A4-029D-8DE8-6F10-6CF36E72F281}"/>
              </a:ext>
            </a:extLst>
          </p:cNvPr>
          <p:cNvSpPr/>
          <p:nvPr userDrawn="1"/>
        </p:nvSpPr>
        <p:spPr bwMode="gray">
          <a:xfrm flipH="1">
            <a:off x="9853008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C56F141-6A62-74FF-3ACA-62B84DE56F33}"/>
              </a:ext>
            </a:extLst>
          </p:cNvPr>
          <p:cNvSpPr/>
          <p:nvPr userDrawn="1"/>
        </p:nvSpPr>
        <p:spPr bwMode="gray">
          <a:xfrm flipH="1">
            <a:off x="8688882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719BF0D-9637-D76B-B14C-7B3B01A90DB4}"/>
              </a:ext>
            </a:extLst>
          </p:cNvPr>
          <p:cNvSpPr/>
          <p:nvPr userDrawn="1"/>
        </p:nvSpPr>
        <p:spPr bwMode="gray">
          <a:xfrm flipH="1">
            <a:off x="7524756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930D9AB-99CD-3448-2577-A1654323B2C2}"/>
              </a:ext>
            </a:extLst>
          </p:cNvPr>
          <p:cNvSpPr/>
          <p:nvPr userDrawn="1"/>
        </p:nvSpPr>
        <p:spPr bwMode="gray">
          <a:xfrm flipH="1">
            <a:off x="636063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E237AEE-2DFA-A652-D03F-909314D699DC}"/>
              </a:ext>
            </a:extLst>
          </p:cNvPr>
          <p:cNvSpPr/>
          <p:nvPr userDrawn="1"/>
        </p:nvSpPr>
        <p:spPr bwMode="gray">
          <a:xfrm flipH="1">
            <a:off x="5196504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1C771EB-3799-204C-BA12-8A4724D31ED2}"/>
              </a:ext>
            </a:extLst>
          </p:cNvPr>
          <p:cNvSpPr/>
          <p:nvPr userDrawn="1"/>
        </p:nvSpPr>
        <p:spPr bwMode="gray">
          <a:xfrm flipH="1">
            <a:off x="4032378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4530CB57-C506-AC1E-74B2-C17ED6D4ACFB}"/>
              </a:ext>
            </a:extLst>
          </p:cNvPr>
          <p:cNvSpPr/>
          <p:nvPr userDrawn="1"/>
        </p:nvSpPr>
        <p:spPr bwMode="gray">
          <a:xfrm flipH="1">
            <a:off x="1704126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78D22ECB-0950-31BC-44FB-DC7B81B9FB9D}"/>
              </a:ext>
            </a:extLst>
          </p:cNvPr>
          <p:cNvSpPr/>
          <p:nvPr userDrawn="1"/>
        </p:nvSpPr>
        <p:spPr bwMode="gray">
          <a:xfrm flipH="1">
            <a:off x="2286189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B00C9CE8-B3F5-D609-5017-14F101448B1E}"/>
              </a:ext>
            </a:extLst>
          </p:cNvPr>
          <p:cNvSpPr/>
          <p:nvPr userDrawn="1"/>
        </p:nvSpPr>
        <p:spPr bwMode="gray">
          <a:xfrm flipH="1">
            <a:off x="1122063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82A0A2D-DD0F-B29C-984E-D11871901C10}"/>
              </a:ext>
            </a:extLst>
          </p:cNvPr>
          <p:cNvSpPr/>
          <p:nvPr userDrawn="1"/>
        </p:nvSpPr>
        <p:spPr bwMode="gray">
          <a:xfrm flipH="1">
            <a:off x="11017134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A9C1183-12BD-DDE6-C4C5-8BAB47F507B1}"/>
              </a:ext>
            </a:extLst>
          </p:cNvPr>
          <p:cNvSpPr/>
          <p:nvPr userDrawn="1"/>
        </p:nvSpPr>
        <p:spPr bwMode="gray">
          <a:xfrm flipH="1">
            <a:off x="1130756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4840209F-455E-A710-B101-B67828B2B0AB}"/>
              </a:ext>
            </a:extLst>
          </p:cNvPr>
          <p:cNvSpPr/>
          <p:nvPr userDrawn="1"/>
        </p:nvSpPr>
        <p:spPr bwMode="gray">
          <a:xfrm flipH="1">
            <a:off x="10143439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B12B66C-286D-C143-45AB-779A03C86A2F}"/>
              </a:ext>
            </a:extLst>
          </p:cNvPr>
          <p:cNvSpPr/>
          <p:nvPr userDrawn="1"/>
        </p:nvSpPr>
        <p:spPr bwMode="gray">
          <a:xfrm flipH="1">
            <a:off x="141249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C938D9BB-76FA-DACE-0951-818CBD85CB44}"/>
              </a:ext>
            </a:extLst>
          </p:cNvPr>
          <p:cNvSpPr/>
          <p:nvPr userDrawn="1"/>
        </p:nvSpPr>
        <p:spPr bwMode="gray">
          <a:xfrm flipH="1">
            <a:off x="830431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7E2779-6BA2-9506-849E-2C863271E459}"/>
              </a:ext>
            </a:extLst>
          </p:cNvPr>
          <p:cNvSpPr/>
          <p:nvPr userDrawn="1"/>
        </p:nvSpPr>
        <p:spPr bwMode="gray">
          <a:xfrm flipH="1">
            <a:off x="10725502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52CA549-D924-C915-3765-8734C855CC92}"/>
              </a:ext>
            </a:extLst>
          </p:cNvPr>
          <p:cNvSpPr/>
          <p:nvPr userDrawn="1"/>
        </p:nvSpPr>
        <p:spPr bwMode="gray">
          <a:xfrm flipH="1">
            <a:off x="8979313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293EAC58-8069-1511-4B07-B3E3E6FEB4E3}"/>
              </a:ext>
            </a:extLst>
          </p:cNvPr>
          <p:cNvSpPr/>
          <p:nvPr userDrawn="1"/>
        </p:nvSpPr>
        <p:spPr bwMode="gray">
          <a:xfrm flipH="1">
            <a:off x="7815187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67B999E5-D89D-62CF-81DF-43609BD6EC77}"/>
              </a:ext>
            </a:extLst>
          </p:cNvPr>
          <p:cNvSpPr/>
          <p:nvPr userDrawn="1"/>
        </p:nvSpPr>
        <p:spPr bwMode="gray">
          <a:xfrm flipH="1">
            <a:off x="6651061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80053D9-FB81-0C84-8AE6-98397AF53504}"/>
              </a:ext>
            </a:extLst>
          </p:cNvPr>
          <p:cNvSpPr/>
          <p:nvPr userDrawn="1"/>
        </p:nvSpPr>
        <p:spPr bwMode="gray">
          <a:xfrm flipH="1">
            <a:off x="5486935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1B3A374-A60D-1990-66E1-4A8280CDFDD9}"/>
              </a:ext>
            </a:extLst>
          </p:cNvPr>
          <p:cNvSpPr/>
          <p:nvPr userDrawn="1"/>
        </p:nvSpPr>
        <p:spPr bwMode="gray">
          <a:xfrm flipH="1">
            <a:off x="4322809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E749B50B-8684-4361-6D22-D81A5E757EC6}"/>
              </a:ext>
            </a:extLst>
          </p:cNvPr>
          <p:cNvSpPr/>
          <p:nvPr userDrawn="1"/>
        </p:nvSpPr>
        <p:spPr bwMode="gray">
          <a:xfrm flipH="1">
            <a:off x="3158683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3977E45-1DB7-4A82-A906-6E3FDC4E75F7}"/>
              </a:ext>
            </a:extLst>
          </p:cNvPr>
          <p:cNvSpPr/>
          <p:nvPr userDrawn="1"/>
        </p:nvSpPr>
        <p:spPr bwMode="gray">
          <a:xfrm flipH="1">
            <a:off x="2576620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ADAF1D4-249B-2606-BEFE-A529E66D07D3}"/>
              </a:ext>
            </a:extLst>
          </p:cNvPr>
          <p:cNvSpPr/>
          <p:nvPr userDrawn="1"/>
        </p:nvSpPr>
        <p:spPr bwMode="gray">
          <a:xfrm flipH="1">
            <a:off x="9561376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7B97F504-7928-248B-683F-ED52484850E1}"/>
              </a:ext>
            </a:extLst>
          </p:cNvPr>
          <p:cNvSpPr/>
          <p:nvPr userDrawn="1"/>
        </p:nvSpPr>
        <p:spPr bwMode="gray">
          <a:xfrm flipH="1">
            <a:off x="8397250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249B5358-CC1F-D163-0D84-E468942796C8}"/>
              </a:ext>
            </a:extLst>
          </p:cNvPr>
          <p:cNvSpPr/>
          <p:nvPr userDrawn="1"/>
        </p:nvSpPr>
        <p:spPr bwMode="gray">
          <a:xfrm flipH="1">
            <a:off x="723312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33039F2-FB4B-F380-9E7B-6DF060A67413}"/>
              </a:ext>
            </a:extLst>
          </p:cNvPr>
          <p:cNvSpPr/>
          <p:nvPr userDrawn="1"/>
        </p:nvSpPr>
        <p:spPr bwMode="gray">
          <a:xfrm flipH="1">
            <a:off x="606899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EB61A2F-5474-1B02-46DE-4971710E9CF9}"/>
              </a:ext>
            </a:extLst>
          </p:cNvPr>
          <p:cNvSpPr/>
          <p:nvPr userDrawn="1"/>
        </p:nvSpPr>
        <p:spPr bwMode="gray">
          <a:xfrm flipH="1">
            <a:off x="4904872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8543A37-7A5E-0371-EF74-20D8E66E20DA}"/>
              </a:ext>
            </a:extLst>
          </p:cNvPr>
          <p:cNvSpPr/>
          <p:nvPr userDrawn="1"/>
        </p:nvSpPr>
        <p:spPr bwMode="gray">
          <a:xfrm flipH="1">
            <a:off x="3740746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408B92CA-9C54-0C11-43B8-99573D5C51F0}"/>
              </a:ext>
            </a:extLst>
          </p:cNvPr>
          <p:cNvSpPr/>
          <p:nvPr userDrawn="1"/>
        </p:nvSpPr>
        <p:spPr bwMode="gray">
          <a:xfrm flipH="1">
            <a:off x="1994557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5972DF49-C9F5-EA46-F24B-AA7EF49F2C5A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9C2F5049-6E44-8BD8-AF51-B660BFA78963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4DF2752F-F2AF-9F2D-FFAB-E22AC808DF59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9E987D2-B005-FFDC-9DE9-29333905E84C}"/>
              </a:ext>
            </a:extLst>
          </p:cNvPr>
          <p:cNvSpPr/>
          <p:nvPr userDrawn="1"/>
        </p:nvSpPr>
        <p:spPr bwMode="gray">
          <a:xfrm flipH="1">
            <a:off x="8106819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486C3A2A-79D4-4336-04A9-A39A8CA7111D}"/>
              </a:ext>
            </a:extLst>
          </p:cNvPr>
          <p:cNvSpPr/>
          <p:nvPr userDrawn="1"/>
        </p:nvSpPr>
        <p:spPr bwMode="gray">
          <a:xfrm flipH="1">
            <a:off x="6942693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BEA8D548-9F9A-1041-1ED7-03A8EA215ADB}"/>
              </a:ext>
            </a:extLst>
          </p:cNvPr>
          <p:cNvSpPr/>
          <p:nvPr userDrawn="1"/>
        </p:nvSpPr>
        <p:spPr bwMode="gray">
          <a:xfrm flipH="1">
            <a:off x="5778567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40E4CE26-04B7-D371-9138-792286E967D1}"/>
              </a:ext>
            </a:extLst>
          </p:cNvPr>
          <p:cNvSpPr/>
          <p:nvPr userDrawn="1"/>
        </p:nvSpPr>
        <p:spPr bwMode="gray">
          <a:xfrm flipH="1">
            <a:off x="4614441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278BCE18-998A-2A73-526E-E85D0FE3A762}"/>
              </a:ext>
            </a:extLst>
          </p:cNvPr>
          <p:cNvSpPr/>
          <p:nvPr userDrawn="1"/>
        </p:nvSpPr>
        <p:spPr bwMode="gray">
          <a:xfrm flipH="1">
            <a:off x="345031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ED185498-BF80-DB32-87DF-B6579511E7BC}"/>
              </a:ext>
            </a:extLst>
          </p:cNvPr>
          <p:cNvSpPr/>
          <p:nvPr userDrawn="1"/>
        </p:nvSpPr>
        <p:spPr bwMode="gray">
          <a:xfrm flipH="1">
            <a:off x="2868252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1A7B565-31B3-FCB4-3B57-A2F4E8002955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3186B5F4-C064-C1F7-CE0A-FB4D6343E79C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D9F4E0A-A0A1-12A0-85DC-63A69053D6CB}"/>
              </a:ext>
            </a:extLst>
          </p:cNvPr>
          <p:cNvSpPr/>
          <p:nvPr userDrawn="1"/>
        </p:nvSpPr>
        <p:spPr bwMode="gray">
          <a:xfrm flipH="1">
            <a:off x="7524756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1EFC0BA-86AA-8AEA-C48E-4833593ECE9B}"/>
              </a:ext>
            </a:extLst>
          </p:cNvPr>
          <p:cNvSpPr/>
          <p:nvPr userDrawn="1"/>
        </p:nvSpPr>
        <p:spPr bwMode="gray">
          <a:xfrm flipH="1">
            <a:off x="636063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7E96D23-0DF1-F740-4207-1281107A9623}"/>
              </a:ext>
            </a:extLst>
          </p:cNvPr>
          <p:cNvSpPr/>
          <p:nvPr userDrawn="1"/>
        </p:nvSpPr>
        <p:spPr bwMode="gray">
          <a:xfrm flipH="1">
            <a:off x="5196504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6EEC43CD-5C09-A05F-97C8-7DC4B7716E56}"/>
              </a:ext>
            </a:extLst>
          </p:cNvPr>
          <p:cNvSpPr/>
          <p:nvPr userDrawn="1"/>
        </p:nvSpPr>
        <p:spPr bwMode="gray">
          <a:xfrm flipH="1">
            <a:off x="4032378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2792C58-D462-2C89-42F3-7F8A3BDE0B05}"/>
              </a:ext>
            </a:extLst>
          </p:cNvPr>
          <p:cNvSpPr/>
          <p:nvPr userDrawn="1"/>
        </p:nvSpPr>
        <p:spPr bwMode="gray">
          <a:xfrm flipH="1">
            <a:off x="1704126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D3D340A-0302-2ACA-CAB5-7DB4B2A477F3}"/>
              </a:ext>
            </a:extLst>
          </p:cNvPr>
          <p:cNvSpPr/>
          <p:nvPr userDrawn="1"/>
        </p:nvSpPr>
        <p:spPr bwMode="gray">
          <a:xfrm flipH="1">
            <a:off x="2286189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02D3201-D82B-DFDC-FAEE-751D36B24696}"/>
              </a:ext>
            </a:extLst>
          </p:cNvPr>
          <p:cNvSpPr/>
          <p:nvPr userDrawn="1"/>
        </p:nvSpPr>
        <p:spPr bwMode="gray">
          <a:xfrm flipH="1">
            <a:off x="1122063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D61CAECE-4D29-24DC-143A-B88444E4FB85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ADF0CE14-2560-996D-3460-7DC1E4706D96}"/>
              </a:ext>
            </a:extLst>
          </p:cNvPr>
          <p:cNvSpPr/>
          <p:nvPr userDrawn="1"/>
        </p:nvSpPr>
        <p:spPr bwMode="gray">
          <a:xfrm flipH="1">
            <a:off x="11307568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8F8E43A8-882C-D593-D998-BF3C74A4D3CE}"/>
              </a:ext>
            </a:extLst>
          </p:cNvPr>
          <p:cNvSpPr/>
          <p:nvPr userDrawn="1"/>
        </p:nvSpPr>
        <p:spPr bwMode="gray">
          <a:xfrm flipH="1">
            <a:off x="1412494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72FC8A3-CB39-445F-F54E-AB5FB3A09A43}"/>
              </a:ext>
            </a:extLst>
          </p:cNvPr>
          <p:cNvSpPr/>
          <p:nvPr userDrawn="1"/>
        </p:nvSpPr>
        <p:spPr bwMode="gray">
          <a:xfrm flipH="1">
            <a:off x="830431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8CF45FBF-2713-597D-E950-99D719088F2B}"/>
              </a:ext>
            </a:extLst>
          </p:cNvPr>
          <p:cNvSpPr/>
          <p:nvPr userDrawn="1"/>
        </p:nvSpPr>
        <p:spPr bwMode="gray">
          <a:xfrm flipH="1">
            <a:off x="10725502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32EF358-14F6-3E31-9EA9-21266348D8D8}"/>
              </a:ext>
            </a:extLst>
          </p:cNvPr>
          <p:cNvSpPr/>
          <p:nvPr userDrawn="1"/>
        </p:nvSpPr>
        <p:spPr bwMode="gray">
          <a:xfrm flipH="1">
            <a:off x="540000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9392421-AB10-32F2-280B-BFCBD5F751D3}"/>
              </a:ext>
            </a:extLst>
          </p:cNvPr>
          <p:cNvSpPr/>
          <p:nvPr userDrawn="1"/>
        </p:nvSpPr>
        <p:spPr bwMode="gray">
          <a:xfrm flipH="1">
            <a:off x="11599200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51946DE0-C541-C1B1-1961-8F131FFD2F27}"/>
              </a:ext>
            </a:extLst>
          </p:cNvPr>
          <p:cNvSpPr/>
          <p:nvPr userDrawn="1"/>
        </p:nvSpPr>
        <p:spPr bwMode="gray">
          <a:xfrm flipH="1">
            <a:off x="1122063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F6943DB7-8F56-0F10-0232-0E272225C5DF}"/>
              </a:ext>
            </a:extLst>
          </p:cNvPr>
          <p:cNvSpPr/>
          <p:nvPr userDrawn="1"/>
        </p:nvSpPr>
        <p:spPr bwMode="gray">
          <a:xfrm flipH="1">
            <a:off x="11017134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192A638A-91E3-08E7-14AC-9B43CE422680}"/>
              </a:ext>
            </a:extLst>
          </p:cNvPr>
          <p:cNvSpPr/>
          <p:nvPr userDrawn="1"/>
        </p:nvSpPr>
        <p:spPr bwMode="gray">
          <a:xfrm flipH="1">
            <a:off x="11307568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3F249627-BE98-2B13-AF7B-8EC4F69B7560}"/>
              </a:ext>
            </a:extLst>
          </p:cNvPr>
          <p:cNvSpPr/>
          <p:nvPr userDrawn="1"/>
        </p:nvSpPr>
        <p:spPr bwMode="gray">
          <a:xfrm flipH="1">
            <a:off x="830431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4D56E3D0-9D5B-651E-FFB5-5069D9398811}"/>
              </a:ext>
            </a:extLst>
          </p:cNvPr>
          <p:cNvSpPr/>
          <p:nvPr userDrawn="1"/>
        </p:nvSpPr>
        <p:spPr bwMode="gray">
          <a:xfrm flipH="1">
            <a:off x="540000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703E5E8-40E0-505A-5BD7-4D3DA62053A5}"/>
              </a:ext>
            </a:extLst>
          </p:cNvPr>
          <p:cNvSpPr/>
          <p:nvPr userDrawn="1"/>
        </p:nvSpPr>
        <p:spPr bwMode="gray">
          <a:xfrm flipH="1">
            <a:off x="11599200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9954D8C4-DA8F-42ED-84EA-57CF86898204}"/>
              </a:ext>
            </a:extLst>
          </p:cNvPr>
          <p:cNvSpPr/>
          <p:nvPr userDrawn="1"/>
        </p:nvSpPr>
        <p:spPr bwMode="gray">
          <a:xfrm flipH="1">
            <a:off x="1122063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A409E4B0-6913-43EE-A5E7-302E20662895}"/>
              </a:ext>
            </a:extLst>
          </p:cNvPr>
          <p:cNvSpPr/>
          <p:nvPr userDrawn="1"/>
        </p:nvSpPr>
        <p:spPr bwMode="gray">
          <a:xfrm flipH="1">
            <a:off x="11017134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12375E2D-F7F7-8FC0-431B-F7E4515DF43C}"/>
              </a:ext>
            </a:extLst>
          </p:cNvPr>
          <p:cNvSpPr/>
          <p:nvPr userDrawn="1"/>
        </p:nvSpPr>
        <p:spPr bwMode="gray">
          <a:xfrm flipH="1">
            <a:off x="11307568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D823F6F6-EAE8-118F-06D0-FDE1B33F3585}"/>
              </a:ext>
            </a:extLst>
          </p:cNvPr>
          <p:cNvSpPr/>
          <p:nvPr userDrawn="1"/>
        </p:nvSpPr>
        <p:spPr bwMode="gray">
          <a:xfrm flipH="1">
            <a:off x="830431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15F61459-02E4-936D-0652-3BFF30095BC0}"/>
              </a:ext>
            </a:extLst>
          </p:cNvPr>
          <p:cNvSpPr/>
          <p:nvPr userDrawn="1"/>
        </p:nvSpPr>
        <p:spPr bwMode="gray">
          <a:xfrm flipH="1">
            <a:off x="540000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A47D34E2-9F87-0C26-478F-9748C1714ECB}"/>
              </a:ext>
            </a:extLst>
          </p:cNvPr>
          <p:cNvSpPr/>
          <p:nvPr userDrawn="1"/>
        </p:nvSpPr>
        <p:spPr bwMode="gray">
          <a:xfrm flipH="1">
            <a:off x="11599200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E79A1A81-5A14-904A-E7BC-C88F53DDC3F5}"/>
              </a:ext>
            </a:extLst>
          </p:cNvPr>
          <p:cNvSpPr/>
          <p:nvPr userDrawn="1"/>
        </p:nvSpPr>
        <p:spPr bwMode="gray">
          <a:xfrm flipH="1">
            <a:off x="1122063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36823EB8-1EA2-A467-9AA9-7BB2626E37C9}"/>
              </a:ext>
            </a:extLst>
          </p:cNvPr>
          <p:cNvSpPr/>
          <p:nvPr userDrawn="1"/>
        </p:nvSpPr>
        <p:spPr bwMode="gray">
          <a:xfrm flipH="1">
            <a:off x="11017134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05A54384-34EC-B6FC-E5E7-C199D8D3BACF}"/>
              </a:ext>
            </a:extLst>
          </p:cNvPr>
          <p:cNvSpPr/>
          <p:nvPr userDrawn="1"/>
        </p:nvSpPr>
        <p:spPr bwMode="gray">
          <a:xfrm flipH="1">
            <a:off x="11307568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16BE45E0-F326-387D-1878-8F620EA427ED}"/>
              </a:ext>
            </a:extLst>
          </p:cNvPr>
          <p:cNvSpPr/>
          <p:nvPr userDrawn="1"/>
        </p:nvSpPr>
        <p:spPr bwMode="gray">
          <a:xfrm flipH="1">
            <a:off x="830431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91CF70AF-B665-78F3-B669-94AA76033848}"/>
              </a:ext>
            </a:extLst>
          </p:cNvPr>
          <p:cNvSpPr/>
          <p:nvPr userDrawn="1"/>
        </p:nvSpPr>
        <p:spPr bwMode="gray">
          <a:xfrm flipH="1">
            <a:off x="540000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3B857B9B-2E6F-31CE-2DE5-F4E210057D09}"/>
              </a:ext>
            </a:extLst>
          </p:cNvPr>
          <p:cNvSpPr/>
          <p:nvPr userDrawn="1"/>
        </p:nvSpPr>
        <p:spPr bwMode="gray">
          <a:xfrm flipH="1">
            <a:off x="11599200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5BA991E2-085E-FF0C-26ED-63AC17ACAC6D}"/>
              </a:ext>
            </a:extLst>
          </p:cNvPr>
          <p:cNvSpPr/>
          <p:nvPr userDrawn="1"/>
        </p:nvSpPr>
        <p:spPr bwMode="gray">
          <a:xfrm flipH="1">
            <a:off x="1122063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CAD121E0-B5A2-9492-F1C5-7CC55B725D78}"/>
              </a:ext>
            </a:extLst>
          </p:cNvPr>
          <p:cNvSpPr/>
          <p:nvPr userDrawn="1"/>
        </p:nvSpPr>
        <p:spPr bwMode="gray">
          <a:xfrm flipH="1">
            <a:off x="11017134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C235441-67ED-1A8B-DB84-7883A00C18BA}"/>
              </a:ext>
            </a:extLst>
          </p:cNvPr>
          <p:cNvSpPr/>
          <p:nvPr userDrawn="1"/>
        </p:nvSpPr>
        <p:spPr bwMode="gray">
          <a:xfrm flipH="1">
            <a:off x="11307568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3B8216C5-0F82-CAFA-03A9-550FFE938459}"/>
              </a:ext>
            </a:extLst>
          </p:cNvPr>
          <p:cNvSpPr/>
          <p:nvPr userDrawn="1"/>
        </p:nvSpPr>
        <p:spPr bwMode="gray">
          <a:xfrm flipH="1">
            <a:off x="1412494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AE6C486A-F5F0-03E5-B798-19A8670F18FB}"/>
              </a:ext>
            </a:extLst>
          </p:cNvPr>
          <p:cNvSpPr/>
          <p:nvPr userDrawn="1"/>
        </p:nvSpPr>
        <p:spPr bwMode="gray">
          <a:xfrm flipH="1">
            <a:off x="830431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49C5BBC6-B64D-5519-0207-5E092A588C6F}"/>
              </a:ext>
            </a:extLst>
          </p:cNvPr>
          <p:cNvSpPr/>
          <p:nvPr userDrawn="1"/>
        </p:nvSpPr>
        <p:spPr bwMode="gray">
          <a:xfrm flipH="1">
            <a:off x="10725502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1B777F11-8E33-EDD5-3BE0-5DF0534E0815}"/>
              </a:ext>
            </a:extLst>
          </p:cNvPr>
          <p:cNvSpPr/>
          <p:nvPr userDrawn="1"/>
        </p:nvSpPr>
        <p:spPr bwMode="gray">
          <a:xfrm flipH="1">
            <a:off x="540000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5434BCA-8F62-9267-408E-FA807EBAF3C7}"/>
              </a:ext>
            </a:extLst>
          </p:cNvPr>
          <p:cNvSpPr/>
          <p:nvPr userDrawn="1"/>
        </p:nvSpPr>
        <p:spPr bwMode="gray">
          <a:xfrm flipH="1">
            <a:off x="10435071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2078F715-424C-76E0-6860-C6B2DFEF578D}"/>
              </a:ext>
            </a:extLst>
          </p:cNvPr>
          <p:cNvSpPr/>
          <p:nvPr userDrawn="1"/>
        </p:nvSpPr>
        <p:spPr bwMode="gray">
          <a:xfrm flipH="1">
            <a:off x="1704126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CCD06859-E81B-3EAF-4B11-297EC51EA189}"/>
              </a:ext>
            </a:extLst>
          </p:cNvPr>
          <p:cNvSpPr/>
          <p:nvPr userDrawn="1"/>
        </p:nvSpPr>
        <p:spPr bwMode="gray">
          <a:xfrm flipH="1">
            <a:off x="1122063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C4C8A34A-7E4B-525E-5BA1-B5029FB41240}"/>
              </a:ext>
            </a:extLst>
          </p:cNvPr>
          <p:cNvSpPr/>
          <p:nvPr userDrawn="1"/>
        </p:nvSpPr>
        <p:spPr bwMode="gray">
          <a:xfrm flipH="1">
            <a:off x="11017134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03027BB-DA91-B3F0-1D7A-75B2FF760DDC}"/>
              </a:ext>
            </a:extLst>
          </p:cNvPr>
          <p:cNvSpPr/>
          <p:nvPr userDrawn="1"/>
        </p:nvSpPr>
        <p:spPr bwMode="gray">
          <a:xfrm flipH="1">
            <a:off x="11307568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909D577D-775D-15BF-A650-EE2DD2D85C83}"/>
              </a:ext>
            </a:extLst>
          </p:cNvPr>
          <p:cNvSpPr/>
          <p:nvPr userDrawn="1"/>
        </p:nvSpPr>
        <p:spPr bwMode="gray">
          <a:xfrm flipH="1">
            <a:off x="10143439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81F2BBF5-F818-17D1-87F7-8E36D746C5D1}"/>
              </a:ext>
            </a:extLst>
          </p:cNvPr>
          <p:cNvSpPr/>
          <p:nvPr userDrawn="1"/>
        </p:nvSpPr>
        <p:spPr bwMode="gray">
          <a:xfrm flipH="1">
            <a:off x="1412494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FC2120C8-BA64-DA5E-AAE9-2C17B303E125}"/>
              </a:ext>
            </a:extLst>
          </p:cNvPr>
          <p:cNvSpPr/>
          <p:nvPr userDrawn="1"/>
        </p:nvSpPr>
        <p:spPr bwMode="gray">
          <a:xfrm flipH="1">
            <a:off x="830431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4C770668-13D4-EAC6-EC37-B01B10C8B5AC}"/>
              </a:ext>
            </a:extLst>
          </p:cNvPr>
          <p:cNvSpPr/>
          <p:nvPr userDrawn="1"/>
        </p:nvSpPr>
        <p:spPr bwMode="gray">
          <a:xfrm flipH="1">
            <a:off x="10725502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7FF4B694-104D-D9E7-3ECD-4B35AB478305}"/>
              </a:ext>
            </a:extLst>
          </p:cNvPr>
          <p:cNvSpPr/>
          <p:nvPr userDrawn="1"/>
        </p:nvSpPr>
        <p:spPr bwMode="gray">
          <a:xfrm flipH="1">
            <a:off x="1994557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319E469E-31A6-C6E7-F60B-F8B5D75EA7DB}"/>
              </a:ext>
            </a:extLst>
          </p:cNvPr>
          <p:cNvSpPr/>
          <p:nvPr userDrawn="1"/>
        </p:nvSpPr>
        <p:spPr bwMode="gray">
          <a:xfrm flipH="1">
            <a:off x="54000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43398074-91A4-4FA7-2CFA-CFA3FF1B3632}"/>
              </a:ext>
            </a:extLst>
          </p:cNvPr>
          <p:cNvSpPr/>
          <p:nvPr userDrawn="1"/>
        </p:nvSpPr>
        <p:spPr bwMode="gray">
          <a:xfrm flipH="1">
            <a:off x="1159920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8DF7C605-73A7-DDCA-A807-A6389CAF189C}"/>
              </a:ext>
            </a:extLst>
          </p:cNvPr>
          <p:cNvSpPr/>
          <p:nvPr userDrawn="1"/>
        </p:nvSpPr>
        <p:spPr bwMode="gray">
          <a:xfrm flipH="1">
            <a:off x="10435071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1AE250ED-49C6-3524-091E-0601093E93E4}"/>
              </a:ext>
            </a:extLst>
          </p:cNvPr>
          <p:cNvSpPr/>
          <p:nvPr userDrawn="1"/>
        </p:nvSpPr>
        <p:spPr bwMode="gray">
          <a:xfrm flipH="1">
            <a:off x="9270945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74157238-255D-3BCE-C9F4-63DC746D8629}"/>
              </a:ext>
            </a:extLst>
          </p:cNvPr>
          <p:cNvSpPr/>
          <p:nvPr userDrawn="1"/>
        </p:nvSpPr>
        <p:spPr bwMode="gray">
          <a:xfrm flipH="1">
            <a:off x="8106819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FD90414-3388-7E13-4FC9-42E0A1935769}"/>
              </a:ext>
            </a:extLst>
          </p:cNvPr>
          <p:cNvSpPr/>
          <p:nvPr userDrawn="1"/>
        </p:nvSpPr>
        <p:spPr bwMode="gray">
          <a:xfrm flipH="1">
            <a:off x="6942693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72CEF432-E104-975E-9A4F-0D6E62E3735F}"/>
              </a:ext>
            </a:extLst>
          </p:cNvPr>
          <p:cNvSpPr/>
          <p:nvPr userDrawn="1"/>
        </p:nvSpPr>
        <p:spPr bwMode="gray">
          <a:xfrm flipH="1">
            <a:off x="5778567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BFC13346-C4D0-0FB5-4A8D-E748BD4F606A}"/>
              </a:ext>
            </a:extLst>
          </p:cNvPr>
          <p:cNvSpPr/>
          <p:nvPr userDrawn="1"/>
        </p:nvSpPr>
        <p:spPr bwMode="gray">
          <a:xfrm flipH="1">
            <a:off x="4614441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1F3C3F81-4A7E-35D0-A1B5-D7D2B6325208}"/>
              </a:ext>
            </a:extLst>
          </p:cNvPr>
          <p:cNvSpPr/>
          <p:nvPr userDrawn="1"/>
        </p:nvSpPr>
        <p:spPr bwMode="gray">
          <a:xfrm flipH="1">
            <a:off x="3450315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3F809D53-8A2B-AE92-6839-891DA02D32A5}"/>
              </a:ext>
            </a:extLst>
          </p:cNvPr>
          <p:cNvSpPr/>
          <p:nvPr userDrawn="1"/>
        </p:nvSpPr>
        <p:spPr bwMode="gray">
          <a:xfrm flipH="1">
            <a:off x="2868252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4A317077-A2E7-DD0E-4541-EA9CE4D67953}"/>
              </a:ext>
            </a:extLst>
          </p:cNvPr>
          <p:cNvSpPr/>
          <p:nvPr userDrawn="1"/>
        </p:nvSpPr>
        <p:spPr bwMode="gray">
          <a:xfrm flipH="1">
            <a:off x="9853008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A09F6E51-DD0E-F220-98CF-95868A272574}"/>
              </a:ext>
            </a:extLst>
          </p:cNvPr>
          <p:cNvSpPr/>
          <p:nvPr userDrawn="1"/>
        </p:nvSpPr>
        <p:spPr bwMode="gray">
          <a:xfrm flipH="1">
            <a:off x="8688882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21CAF80B-13DB-DA6A-2343-9814FBBE58FE}"/>
              </a:ext>
            </a:extLst>
          </p:cNvPr>
          <p:cNvSpPr/>
          <p:nvPr userDrawn="1"/>
        </p:nvSpPr>
        <p:spPr bwMode="gray">
          <a:xfrm flipH="1">
            <a:off x="7524756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E3243056-10A1-5D08-EF46-AD57F0601D03}"/>
              </a:ext>
            </a:extLst>
          </p:cNvPr>
          <p:cNvSpPr/>
          <p:nvPr userDrawn="1"/>
        </p:nvSpPr>
        <p:spPr bwMode="gray">
          <a:xfrm flipH="1">
            <a:off x="636063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12B1A6FA-AE26-AE63-B8B6-8957D38F918F}"/>
              </a:ext>
            </a:extLst>
          </p:cNvPr>
          <p:cNvSpPr/>
          <p:nvPr userDrawn="1"/>
        </p:nvSpPr>
        <p:spPr bwMode="gray">
          <a:xfrm flipH="1">
            <a:off x="5196504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CF7A5B01-B4A1-9087-3B82-C15902DEADE2}"/>
              </a:ext>
            </a:extLst>
          </p:cNvPr>
          <p:cNvSpPr/>
          <p:nvPr userDrawn="1"/>
        </p:nvSpPr>
        <p:spPr bwMode="gray">
          <a:xfrm flipH="1">
            <a:off x="4032378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0555A94-B571-B0B8-CDF4-0D2C4FD50F7F}"/>
              </a:ext>
            </a:extLst>
          </p:cNvPr>
          <p:cNvSpPr/>
          <p:nvPr userDrawn="1"/>
        </p:nvSpPr>
        <p:spPr bwMode="gray">
          <a:xfrm flipH="1">
            <a:off x="1704126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83A3F767-5931-1CCA-008A-2891B8E64963}"/>
              </a:ext>
            </a:extLst>
          </p:cNvPr>
          <p:cNvSpPr/>
          <p:nvPr userDrawn="1"/>
        </p:nvSpPr>
        <p:spPr bwMode="gray">
          <a:xfrm flipH="1">
            <a:off x="2286189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8EE5F5F4-04DB-8B94-908C-5CF893AAAE9A}"/>
              </a:ext>
            </a:extLst>
          </p:cNvPr>
          <p:cNvSpPr/>
          <p:nvPr userDrawn="1"/>
        </p:nvSpPr>
        <p:spPr bwMode="gray">
          <a:xfrm flipH="1">
            <a:off x="1122063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A2A31C6C-0613-A85E-9D0F-74982081E2DC}"/>
              </a:ext>
            </a:extLst>
          </p:cNvPr>
          <p:cNvSpPr/>
          <p:nvPr userDrawn="1"/>
        </p:nvSpPr>
        <p:spPr bwMode="gray">
          <a:xfrm flipH="1">
            <a:off x="11017134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CF06E4C5-DC06-69D7-8863-CCEC75B07EE7}"/>
              </a:ext>
            </a:extLst>
          </p:cNvPr>
          <p:cNvSpPr/>
          <p:nvPr userDrawn="1"/>
        </p:nvSpPr>
        <p:spPr bwMode="gray">
          <a:xfrm flipH="1">
            <a:off x="11307568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46FDB7B9-7599-9A64-4DE9-213CCAE4D86A}"/>
              </a:ext>
            </a:extLst>
          </p:cNvPr>
          <p:cNvSpPr/>
          <p:nvPr userDrawn="1"/>
        </p:nvSpPr>
        <p:spPr bwMode="gray">
          <a:xfrm flipH="1">
            <a:off x="10143439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27A7F96C-BE6D-0F97-B7AB-44DA76D6FE80}"/>
              </a:ext>
            </a:extLst>
          </p:cNvPr>
          <p:cNvSpPr/>
          <p:nvPr userDrawn="1"/>
        </p:nvSpPr>
        <p:spPr bwMode="gray">
          <a:xfrm flipH="1">
            <a:off x="1412494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90E1ACAE-6846-DFD6-EE29-5C1AACD56B0E}"/>
              </a:ext>
            </a:extLst>
          </p:cNvPr>
          <p:cNvSpPr/>
          <p:nvPr userDrawn="1"/>
        </p:nvSpPr>
        <p:spPr bwMode="gray">
          <a:xfrm flipH="1">
            <a:off x="830431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7AFA5582-F27C-664C-44DA-2D56D0ABF934}"/>
              </a:ext>
            </a:extLst>
          </p:cNvPr>
          <p:cNvSpPr/>
          <p:nvPr userDrawn="1"/>
        </p:nvSpPr>
        <p:spPr bwMode="gray">
          <a:xfrm flipH="1">
            <a:off x="10725502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3A063AC-7AF1-288D-1B07-1EDF4450CD20}"/>
              </a:ext>
            </a:extLst>
          </p:cNvPr>
          <p:cNvSpPr/>
          <p:nvPr userDrawn="1"/>
        </p:nvSpPr>
        <p:spPr bwMode="gray">
          <a:xfrm flipH="1">
            <a:off x="1994557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94F04774-06EB-1E38-0EEE-9AC3DE8B92D4}"/>
              </a:ext>
            </a:extLst>
          </p:cNvPr>
          <p:cNvSpPr/>
          <p:nvPr userDrawn="1"/>
        </p:nvSpPr>
        <p:spPr bwMode="gray">
          <a:xfrm flipH="1">
            <a:off x="540000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414E8CE7-1F13-B947-C7FE-4ADBB23B9FDF}"/>
              </a:ext>
            </a:extLst>
          </p:cNvPr>
          <p:cNvSpPr/>
          <p:nvPr userDrawn="1"/>
        </p:nvSpPr>
        <p:spPr bwMode="gray">
          <a:xfrm flipH="1">
            <a:off x="11599200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279B8AB-75A9-7790-A81B-3E0AD8A78C5F}"/>
              </a:ext>
            </a:extLst>
          </p:cNvPr>
          <p:cNvSpPr/>
          <p:nvPr userDrawn="1"/>
        </p:nvSpPr>
        <p:spPr bwMode="gray">
          <a:xfrm flipH="1">
            <a:off x="10435071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0CA581F-CBDD-6571-1CBF-BA8727F7CDCA}"/>
              </a:ext>
            </a:extLst>
          </p:cNvPr>
          <p:cNvSpPr/>
          <p:nvPr userDrawn="1"/>
        </p:nvSpPr>
        <p:spPr bwMode="gray">
          <a:xfrm flipH="1">
            <a:off x="1704126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980B7748-18E4-610A-5999-166AF10FCF40}"/>
              </a:ext>
            </a:extLst>
          </p:cNvPr>
          <p:cNvSpPr/>
          <p:nvPr userDrawn="1"/>
        </p:nvSpPr>
        <p:spPr bwMode="gray">
          <a:xfrm flipH="1">
            <a:off x="1122063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DAA1028D-3740-F738-7020-0F0582CACABF}"/>
              </a:ext>
            </a:extLst>
          </p:cNvPr>
          <p:cNvSpPr/>
          <p:nvPr userDrawn="1"/>
        </p:nvSpPr>
        <p:spPr bwMode="gray">
          <a:xfrm flipH="1">
            <a:off x="11017134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C97E6F2C-7B98-2337-DA78-4E6BAF351B98}"/>
              </a:ext>
            </a:extLst>
          </p:cNvPr>
          <p:cNvSpPr/>
          <p:nvPr userDrawn="1"/>
        </p:nvSpPr>
        <p:spPr bwMode="gray">
          <a:xfrm>
            <a:off x="1412496" y="1496808"/>
            <a:ext cx="9367007" cy="3864384"/>
          </a:xfrm>
          <a:prstGeom prst="roundRect">
            <a:avLst>
              <a:gd name="adj" fmla="val 50000"/>
            </a:avLst>
          </a:prstGeom>
          <a:noFill/>
          <a:ln w="50800">
            <a:gradFill flip="none" rotWithShape="1">
              <a:gsLst>
                <a:gs pos="5000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  <a:gs pos="0">
                  <a:schemeClr val="accent6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330" name="Text Placeholder 11">
            <a:extLst>
              <a:ext uri="{FF2B5EF4-FFF2-40B4-BE49-F238E27FC236}">
                <a16:creationId xmlns:a16="http://schemas.microsoft.com/office/drawing/2014/main" id="{FA4E412E-489A-647A-124A-549E58919F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8399" y="2242085"/>
            <a:ext cx="1835201" cy="3489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900000" scaled="1"/>
          </a:gra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lIns="108000" tIns="36000" rIns="108000" bIns="39600" anchor="ctr">
            <a:spAutoFit/>
          </a:bodyPr>
          <a:lstStyle>
            <a:lvl1pPr algn="ctr">
              <a:buNone/>
              <a:defRPr sz="1000" cap="all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332" name="Title 5">
            <a:extLst>
              <a:ext uri="{FF2B5EF4-FFF2-40B4-BE49-F238E27FC236}">
                <a16:creationId xmlns:a16="http://schemas.microsoft.com/office/drawing/2014/main" id="{79C28308-F959-25B9-0752-2E642F734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0253" y="2873088"/>
            <a:ext cx="5651498" cy="1257780"/>
          </a:xfrm>
        </p:spPr>
        <p:txBody>
          <a:bodyPr/>
          <a:lstStyle>
            <a:lvl1pPr algn="ctr">
              <a:lnSpc>
                <a:spcPct val="85000"/>
              </a:lnSpc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2898717E-98E3-E1A1-AE41-57488C9F51F2}"/>
              </a:ext>
            </a:extLst>
          </p:cNvPr>
          <p:cNvSpPr/>
          <p:nvPr userDrawn="1"/>
        </p:nvSpPr>
        <p:spPr bwMode="gray">
          <a:xfrm flipH="1">
            <a:off x="11307568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FB7021B0-B306-91B5-A149-07FF8A9C0837}"/>
              </a:ext>
            </a:extLst>
          </p:cNvPr>
          <p:cNvSpPr/>
          <p:nvPr userDrawn="1"/>
        </p:nvSpPr>
        <p:spPr bwMode="gray">
          <a:xfrm flipH="1">
            <a:off x="10143439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22AF1F86-5C1B-FD7E-314F-F6745C5F4641}"/>
              </a:ext>
            </a:extLst>
          </p:cNvPr>
          <p:cNvSpPr/>
          <p:nvPr userDrawn="1"/>
        </p:nvSpPr>
        <p:spPr bwMode="gray">
          <a:xfrm flipH="1">
            <a:off x="1412494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60F2B23E-0E23-F3B1-16BC-EC1AE6A28D12}"/>
              </a:ext>
            </a:extLst>
          </p:cNvPr>
          <p:cNvSpPr/>
          <p:nvPr userDrawn="1"/>
        </p:nvSpPr>
        <p:spPr bwMode="gray">
          <a:xfrm flipH="1">
            <a:off x="830431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4ACC5FCD-F0C5-F656-AFBB-070EF65D361E}"/>
              </a:ext>
            </a:extLst>
          </p:cNvPr>
          <p:cNvSpPr/>
          <p:nvPr userDrawn="1"/>
        </p:nvSpPr>
        <p:spPr bwMode="gray">
          <a:xfrm flipH="1">
            <a:off x="10725502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8C9F64F7-D21D-76E1-15CF-B318C4115CAE}"/>
              </a:ext>
            </a:extLst>
          </p:cNvPr>
          <p:cNvSpPr/>
          <p:nvPr userDrawn="1"/>
        </p:nvSpPr>
        <p:spPr bwMode="gray">
          <a:xfrm flipH="1">
            <a:off x="8979313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812927FE-A7F9-94F2-6897-82A0A26ED0E4}"/>
              </a:ext>
            </a:extLst>
          </p:cNvPr>
          <p:cNvSpPr/>
          <p:nvPr userDrawn="1"/>
        </p:nvSpPr>
        <p:spPr bwMode="gray">
          <a:xfrm flipH="1">
            <a:off x="7815187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67CC6EBD-85E5-54EC-1F02-8DB1ECBC3A91}"/>
              </a:ext>
            </a:extLst>
          </p:cNvPr>
          <p:cNvSpPr/>
          <p:nvPr userDrawn="1"/>
        </p:nvSpPr>
        <p:spPr bwMode="gray">
          <a:xfrm flipH="1">
            <a:off x="6651061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4B06EB98-3AA2-544C-6662-DAC8E4C17ECA}"/>
              </a:ext>
            </a:extLst>
          </p:cNvPr>
          <p:cNvSpPr/>
          <p:nvPr userDrawn="1"/>
        </p:nvSpPr>
        <p:spPr bwMode="gray">
          <a:xfrm flipH="1">
            <a:off x="5486935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4767F3B4-B04B-EC69-14D2-9235FE309428}"/>
              </a:ext>
            </a:extLst>
          </p:cNvPr>
          <p:cNvSpPr/>
          <p:nvPr userDrawn="1"/>
        </p:nvSpPr>
        <p:spPr bwMode="gray">
          <a:xfrm flipH="1">
            <a:off x="4322809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9B0ADCE4-3165-CEFC-207D-3D63371143D2}"/>
              </a:ext>
            </a:extLst>
          </p:cNvPr>
          <p:cNvSpPr/>
          <p:nvPr userDrawn="1"/>
        </p:nvSpPr>
        <p:spPr bwMode="gray">
          <a:xfrm flipH="1">
            <a:off x="3158683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6AF3E7C6-0B21-62A9-28C2-6BC4AE70DFB0}"/>
              </a:ext>
            </a:extLst>
          </p:cNvPr>
          <p:cNvSpPr/>
          <p:nvPr userDrawn="1"/>
        </p:nvSpPr>
        <p:spPr bwMode="gray">
          <a:xfrm flipH="1">
            <a:off x="2576620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C3424256-7DA3-AB29-2FB0-B99714295441}"/>
              </a:ext>
            </a:extLst>
          </p:cNvPr>
          <p:cNvSpPr/>
          <p:nvPr userDrawn="1"/>
        </p:nvSpPr>
        <p:spPr bwMode="gray">
          <a:xfrm flipH="1">
            <a:off x="9561376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B557BDA1-B643-2088-CCD1-82335FF5314C}"/>
              </a:ext>
            </a:extLst>
          </p:cNvPr>
          <p:cNvSpPr/>
          <p:nvPr userDrawn="1"/>
        </p:nvSpPr>
        <p:spPr bwMode="gray">
          <a:xfrm flipH="1">
            <a:off x="8397250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0A8AEBA6-4E51-322B-1130-ACB667612AC9}"/>
              </a:ext>
            </a:extLst>
          </p:cNvPr>
          <p:cNvSpPr/>
          <p:nvPr userDrawn="1"/>
        </p:nvSpPr>
        <p:spPr bwMode="gray">
          <a:xfrm flipH="1">
            <a:off x="7233124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CC6C4B2D-55F5-B9EE-2A0C-3B9E54082BE5}"/>
              </a:ext>
            </a:extLst>
          </p:cNvPr>
          <p:cNvSpPr/>
          <p:nvPr userDrawn="1"/>
        </p:nvSpPr>
        <p:spPr bwMode="gray">
          <a:xfrm flipH="1">
            <a:off x="6068998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499B5C8D-8220-ECFF-5842-980D7A73AA7F}"/>
              </a:ext>
            </a:extLst>
          </p:cNvPr>
          <p:cNvSpPr/>
          <p:nvPr userDrawn="1"/>
        </p:nvSpPr>
        <p:spPr bwMode="gray">
          <a:xfrm flipH="1">
            <a:off x="4904872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391378F5-0742-7702-5825-60F38A982A26}"/>
              </a:ext>
            </a:extLst>
          </p:cNvPr>
          <p:cNvSpPr/>
          <p:nvPr userDrawn="1"/>
        </p:nvSpPr>
        <p:spPr bwMode="gray">
          <a:xfrm flipH="1">
            <a:off x="3740746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97B94D21-EB8B-4D5E-8071-4C5861C3D08A}"/>
              </a:ext>
            </a:extLst>
          </p:cNvPr>
          <p:cNvSpPr/>
          <p:nvPr userDrawn="1"/>
        </p:nvSpPr>
        <p:spPr bwMode="gray">
          <a:xfrm flipH="1">
            <a:off x="1994557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372436B3-3D72-34BF-64FC-C7C440FB9FFD}"/>
              </a:ext>
            </a:extLst>
          </p:cNvPr>
          <p:cNvSpPr/>
          <p:nvPr userDrawn="1"/>
        </p:nvSpPr>
        <p:spPr bwMode="gray">
          <a:xfrm flipH="1">
            <a:off x="54000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C6ACD6D3-DE87-0F6D-6773-D868BD3703D7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4B5CA708-C4AD-8B3B-6339-3FAAC349B357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D8FA2D78-C53A-2247-B443-E122D02B6D41}"/>
              </a:ext>
            </a:extLst>
          </p:cNvPr>
          <p:cNvSpPr/>
          <p:nvPr userDrawn="1"/>
        </p:nvSpPr>
        <p:spPr bwMode="gray">
          <a:xfrm flipH="1">
            <a:off x="1412494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902C4541-A9A6-976B-F755-148298AC4D00}"/>
              </a:ext>
            </a:extLst>
          </p:cNvPr>
          <p:cNvSpPr/>
          <p:nvPr userDrawn="1"/>
        </p:nvSpPr>
        <p:spPr bwMode="gray">
          <a:xfrm flipH="1">
            <a:off x="830431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A705E96D-7C4F-E555-EEFB-BEEB60508ADC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1A6F635B-912F-E11F-B23B-A1ECE56B1CD9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EAB79D3A-30D5-5D55-252A-E7290D106EBF}"/>
              </a:ext>
            </a:extLst>
          </p:cNvPr>
          <p:cNvSpPr/>
          <p:nvPr userDrawn="1"/>
        </p:nvSpPr>
        <p:spPr bwMode="gray">
          <a:xfrm flipH="1">
            <a:off x="7815187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67E004FF-EAC7-B896-A955-446B94707494}"/>
              </a:ext>
            </a:extLst>
          </p:cNvPr>
          <p:cNvSpPr/>
          <p:nvPr userDrawn="1"/>
        </p:nvSpPr>
        <p:spPr bwMode="gray">
          <a:xfrm flipH="1">
            <a:off x="6651061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AA8EE9B6-6BEF-773A-0F5D-A35CE1D14173}"/>
              </a:ext>
            </a:extLst>
          </p:cNvPr>
          <p:cNvSpPr/>
          <p:nvPr userDrawn="1"/>
        </p:nvSpPr>
        <p:spPr bwMode="gray">
          <a:xfrm flipH="1">
            <a:off x="5486935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D3C2BDA6-2FA8-17AF-2CE2-12102D65AD73}"/>
              </a:ext>
            </a:extLst>
          </p:cNvPr>
          <p:cNvSpPr/>
          <p:nvPr userDrawn="1"/>
        </p:nvSpPr>
        <p:spPr bwMode="gray">
          <a:xfrm flipH="1">
            <a:off x="4322809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DC88A18C-3F54-8E78-4986-07D8CC27361D}"/>
              </a:ext>
            </a:extLst>
          </p:cNvPr>
          <p:cNvSpPr/>
          <p:nvPr userDrawn="1"/>
        </p:nvSpPr>
        <p:spPr bwMode="gray">
          <a:xfrm flipH="1">
            <a:off x="315868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C73DCD53-A815-AF99-36B5-3A7ACA8B3838}"/>
              </a:ext>
            </a:extLst>
          </p:cNvPr>
          <p:cNvSpPr/>
          <p:nvPr userDrawn="1"/>
        </p:nvSpPr>
        <p:spPr bwMode="gray">
          <a:xfrm flipH="1">
            <a:off x="2576620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7C0CFB59-0A65-A6A5-DA1E-313708DEE6B0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1F489E5D-9560-4670-021C-E19FF7FFF016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21BA957B-408A-0F77-64A9-54BA6A340594}"/>
              </a:ext>
            </a:extLst>
          </p:cNvPr>
          <p:cNvSpPr/>
          <p:nvPr userDrawn="1"/>
        </p:nvSpPr>
        <p:spPr bwMode="gray">
          <a:xfrm flipH="1">
            <a:off x="7233124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6875E4E2-B3A3-AAC7-8D9E-53B35A993A3E}"/>
              </a:ext>
            </a:extLst>
          </p:cNvPr>
          <p:cNvSpPr/>
          <p:nvPr userDrawn="1"/>
        </p:nvSpPr>
        <p:spPr bwMode="gray">
          <a:xfrm flipH="1">
            <a:off x="6068998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5C196ED4-666A-1CC1-8BDB-9B763EA03447}"/>
              </a:ext>
            </a:extLst>
          </p:cNvPr>
          <p:cNvSpPr/>
          <p:nvPr userDrawn="1"/>
        </p:nvSpPr>
        <p:spPr bwMode="gray">
          <a:xfrm flipH="1">
            <a:off x="4904872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75BE47CD-381A-E1C9-4502-BE9984BC2B8F}"/>
              </a:ext>
            </a:extLst>
          </p:cNvPr>
          <p:cNvSpPr/>
          <p:nvPr userDrawn="1"/>
        </p:nvSpPr>
        <p:spPr bwMode="gray">
          <a:xfrm flipH="1">
            <a:off x="3740746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6ED5946F-9661-B2CF-5807-844006596112}"/>
              </a:ext>
            </a:extLst>
          </p:cNvPr>
          <p:cNvSpPr/>
          <p:nvPr userDrawn="1"/>
        </p:nvSpPr>
        <p:spPr bwMode="gray">
          <a:xfrm flipH="1">
            <a:off x="1994557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7606E259-8830-3802-ADE9-178A50548E20}"/>
              </a:ext>
            </a:extLst>
          </p:cNvPr>
          <p:cNvSpPr/>
          <p:nvPr userDrawn="1"/>
        </p:nvSpPr>
        <p:spPr bwMode="gray">
          <a:xfrm flipH="1">
            <a:off x="1188963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36558612-1D23-3A5B-B7F7-052A03EC05B0}"/>
              </a:ext>
            </a:extLst>
          </p:cNvPr>
          <p:cNvSpPr/>
          <p:nvPr userDrawn="1"/>
        </p:nvSpPr>
        <p:spPr bwMode="gray">
          <a:xfrm flipH="1">
            <a:off x="1188963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6929D128-0BE8-67F4-E002-02D110F8B162}"/>
              </a:ext>
            </a:extLst>
          </p:cNvPr>
          <p:cNvSpPr/>
          <p:nvPr userDrawn="1"/>
        </p:nvSpPr>
        <p:spPr bwMode="gray">
          <a:xfrm flipH="1">
            <a:off x="11889634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1B593550-E9EF-AA1F-A521-6F8EB2421BAF}"/>
              </a:ext>
            </a:extLst>
          </p:cNvPr>
          <p:cNvSpPr/>
          <p:nvPr userDrawn="1"/>
        </p:nvSpPr>
        <p:spPr bwMode="gray">
          <a:xfrm flipH="1">
            <a:off x="11889634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3CF362F1-A925-A360-3EF9-EAFA040A8D92}"/>
              </a:ext>
            </a:extLst>
          </p:cNvPr>
          <p:cNvSpPr/>
          <p:nvPr userDrawn="1"/>
        </p:nvSpPr>
        <p:spPr bwMode="gray">
          <a:xfrm flipH="1">
            <a:off x="11889634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08D4C470-B064-88C0-3905-971EA02B2462}"/>
              </a:ext>
            </a:extLst>
          </p:cNvPr>
          <p:cNvSpPr/>
          <p:nvPr userDrawn="1"/>
        </p:nvSpPr>
        <p:spPr bwMode="gray">
          <a:xfrm flipH="1">
            <a:off x="11889634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F38BCBD3-33CC-F896-8D92-0F8957C9B1B7}"/>
              </a:ext>
            </a:extLst>
          </p:cNvPr>
          <p:cNvSpPr/>
          <p:nvPr userDrawn="1"/>
        </p:nvSpPr>
        <p:spPr bwMode="gray">
          <a:xfrm flipH="1">
            <a:off x="11889634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90D9042C-F438-B6B2-C267-5BF147804946}"/>
              </a:ext>
            </a:extLst>
          </p:cNvPr>
          <p:cNvSpPr/>
          <p:nvPr userDrawn="1"/>
        </p:nvSpPr>
        <p:spPr bwMode="gray">
          <a:xfrm flipH="1">
            <a:off x="11599200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BB40681F-CDD5-4042-18DD-686748AD1378}"/>
              </a:ext>
            </a:extLst>
          </p:cNvPr>
          <p:cNvSpPr/>
          <p:nvPr userDrawn="1"/>
        </p:nvSpPr>
        <p:spPr bwMode="gray">
          <a:xfrm flipH="1">
            <a:off x="11889634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8A6A1097-F59E-873D-DE62-95B749B03FC7}"/>
              </a:ext>
            </a:extLst>
          </p:cNvPr>
          <p:cNvSpPr/>
          <p:nvPr userDrawn="1"/>
        </p:nvSpPr>
        <p:spPr bwMode="gray">
          <a:xfrm flipH="1">
            <a:off x="11889634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9BB807B0-6539-61B2-10EC-3A8E6A65677F}"/>
              </a:ext>
            </a:extLst>
          </p:cNvPr>
          <p:cNvSpPr/>
          <p:nvPr userDrawn="1"/>
        </p:nvSpPr>
        <p:spPr bwMode="gray">
          <a:xfrm flipH="1">
            <a:off x="24836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EBA2208D-6F34-C3DE-F2F8-76736BD08061}"/>
              </a:ext>
            </a:extLst>
          </p:cNvPr>
          <p:cNvSpPr/>
          <p:nvPr userDrawn="1"/>
        </p:nvSpPr>
        <p:spPr bwMode="gray">
          <a:xfrm flipH="1">
            <a:off x="24836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69B49381-1848-8DC0-739B-FB15347C58B3}"/>
              </a:ext>
            </a:extLst>
          </p:cNvPr>
          <p:cNvSpPr/>
          <p:nvPr userDrawn="1"/>
        </p:nvSpPr>
        <p:spPr bwMode="gray">
          <a:xfrm flipH="1">
            <a:off x="248368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ECB292AE-FD1C-E9C0-8FAE-F9C1595BB856}"/>
              </a:ext>
            </a:extLst>
          </p:cNvPr>
          <p:cNvSpPr/>
          <p:nvPr userDrawn="1"/>
        </p:nvSpPr>
        <p:spPr bwMode="gray">
          <a:xfrm flipH="1">
            <a:off x="248368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239E0D78-9C8A-97D6-FE4E-B02914C6C663}"/>
              </a:ext>
            </a:extLst>
          </p:cNvPr>
          <p:cNvSpPr/>
          <p:nvPr userDrawn="1"/>
        </p:nvSpPr>
        <p:spPr bwMode="gray">
          <a:xfrm flipH="1">
            <a:off x="248368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BA1620B3-F959-AE86-954D-E065AF772C91}"/>
              </a:ext>
            </a:extLst>
          </p:cNvPr>
          <p:cNvSpPr/>
          <p:nvPr userDrawn="1"/>
        </p:nvSpPr>
        <p:spPr bwMode="gray">
          <a:xfrm flipH="1">
            <a:off x="248368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43B680BF-92BF-1CB2-C7E5-0B30C57C9A1A}"/>
              </a:ext>
            </a:extLst>
          </p:cNvPr>
          <p:cNvSpPr/>
          <p:nvPr userDrawn="1"/>
        </p:nvSpPr>
        <p:spPr bwMode="gray">
          <a:xfrm flipH="1">
            <a:off x="248368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76FDC35F-CF43-D667-6458-F5E45BBBD358}"/>
              </a:ext>
            </a:extLst>
          </p:cNvPr>
          <p:cNvSpPr/>
          <p:nvPr userDrawn="1"/>
        </p:nvSpPr>
        <p:spPr bwMode="gray">
          <a:xfrm flipH="1">
            <a:off x="248368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6E665A3A-6AE0-4289-9F71-41577D152586}"/>
              </a:ext>
            </a:extLst>
          </p:cNvPr>
          <p:cNvSpPr/>
          <p:nvPr userDrawn="1"/>
        </p:nvSpPr>
        <p:spPr bwMode="gray">
          <a:xfrm flipH="1">
            <a:off x="248368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31" name="Text Placeholder 141">
            <a:extLst>
              <a:ext uri="{FF2B5EF4-FFF2-40B4-BE49-F238E27FC236}">
                <a16:creationId xmlns:a16="http://schemas.microsoft.com/office/drawing/2014/main" id="{A282F06C-7F39-AC27-1FFB-A5B2976ADA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8970" y="4234578"/>
            <a:ext cx="5634059" cy="408445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lnSpc>
                <a:spcPct val="114000"/>
              </a:lnSpc>
              <a:buNone/>
              <a:defRPr sz="12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907801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- Hero 3 (blue pill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E6D89A-CBE6-03E9-6593-C39E61A8A0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3417F3D-F31B-6B5F-FE9F-0D64DB9E75F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ABE2522-FDC0-2AAA-2D5A-AF52EE4353C9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B9DC1F-9BB4-C55D-DE56-4548976912D9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094428-38A0-8BFF-FDB2-33A45DBA5B36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348944-DAE3-39C1-C99E-3263E2ACDC38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9" name="Graphic 499">
            <a:extLst>
              <a:ext uri="{FF2B5EF4-FFF2-40B4-BE49-F238E27FC236}">
                <a16:creationId xmlns:a16="http://schemas.microsoft.com/office/drawing/2014/main" id="{86202B74-019A-268D-1FB5-67A17769B6EF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0" name="Graphic 499">
            <a:extLst>
              <a:ext uri="{FF2B5EF4-FFF2-40B4-BE49-F238E27FC236}">
                <a16:creationId xmlns:a16="http://schemas.microsoft.com/office/drawing/2014/main" id="{A462B586-0B13-9D55-DE90-F0BDE3590D5E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1" name="Graphic 499">
            <a:extLst>
              <a:ext uri="{FF2B5EF4-FFF2-40B4-BE49-F238E27FC236}">
                <a16:creationId xmlns:a16="http://schemas.microsoft.com/office/drawing/2014/main" id="{16AF5BE2-0E66-96C5-EC6D-A1D353AE65AF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2" name="Graphic 499">
            <a:extLst>
              <a:ext uri="{FF2B5EF4-FFF2-40B4-BE49-F238E27FC236}">
                <a16:creationId xmlns:a16="http://schemas.microsoft.com/office/drawing/2014/main" id="{7037655C-9E68-9799-787D-3122CDAB891F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6E4388-45A3-6FD4-ADAA-F6762543DDCC}"/>
              </a:ext>
            </a:extLst>
          </p:cNvPr>
          <p:cNvSpPr/>
          <p:nvPr userDrawn="1"/>
        </p:nvSpPr>
        <p:spPr bwMode="gray">
          <a:xfrm flipH="1">
            <a:off x="54000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0EDE12-AD2F-02E4-CA6C-B3ADE54AEF80}"/>
              </a:ext>
            </a:extLst>
          </p:cNvPr>
          <p:cNvSpPr/>
          <p:nvPr userDrawn="1"/>
        </p:nvSpPr>
        <p:spPr bwMode="gray">
          <a:xfrm flipH="1">
            <a:off x="1159920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CDB8BD-09A3-CFBA-64E6-BEB5384A9995}"/>
              </a:ext>
            </a:extLst>
          </p:cNvPr>
          <p:cNvSpPr/>
          <p:nvPr userDrawn="1"/>
        </p:nvSpPr>
        <p:spPr bwMode="gray">
          <a:xfrm flipH="1">
            <a:off x="10435071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28F358-018E-A110-9C85-F32FD8F43CC7}"/>
              </a:ext>
            </a:extLst>
          </p:cNvPr>
          <p:cNvSpPr/>
          <p:nvPr userDrawn="1"/>
        </p:nvSpPr>
        <p:spPr bwMode="gray">
          <a:xfrm flipH="1">
            <a:off x="9270945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99880A-418E-EA7D-B432-D51E6DBBBDC6}"/>
              </a:ext>
            </a:extLst>
          </p:cNvPr>
          <p:cNvSpPr/>
          <p:nvPr userDrawn="1"/>
        </p:nvSpPr>
        <p:spPr bwMode="gray">
          <a:xfrm flipH="1">
            <a:off x="8106819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4AB7CE-666E-8BB7-FBCA-EE2255DF7345}"/>
              </a:ext>
            </a:extLst>
          </p:cNvPr>
          <p:cNvSpPr/>
          <p:nvPr userDrawn="1"/>
        </p:nvSpPr>
        <p:spPr bwMode="gray">
          <a:xfrm flipH="1">
            <a:off x="6942693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21315F-2BA3-C34E-110F-87AF3A3D8A08}"/>
              </a:ext>
            </a:extLst>
          </p:cNvPr>
          <p:cNvSpPr/>
          <p:nvPr userDrawn="1"/>
        </p:nvSpPr>
        <p:spPr bwMode="gray">
          <a:xfrm flipH="1">
            <a:off x="5778567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C852A85-1FA4-8B22-8DDA-FAE8960D79E8}"/>
              </a:ext>
            </a:extLst>
          </p:cNvPr>
          <p:cNvSpPr/>
          <p:nvPr userDrawn="1"/>
        </p:nvSpPr>
        <p:spPr bwMode="gray">
          <a:xfrm flipH="1">
            <a:off x="4614441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186870-D792-48A2-B78B-6199B2C3C5F3}"/>
              </a:ext>
            </a:extLst>
          </p:cNvPr>
          <p:cNvSpPr/>
          <p:nvPr userDrawn="1"/>
        </p:nvSpPr>
        <p:spPr bwMode="gray">
          <a:xfrm flipH="1">
            <a:off x="3450315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C8D4F4-9599-F65C-F1DF-6212E4A4E814}"/>
              </a:ext>
            </a:extLst>
          </p:cNvPr>
          <p:cNvSpPr/>
          <p:nvPr userDrawn="1"/>
        </p:nvSpPr>
        <p:spPr bwMode="gray">
          <a:xfrm flipH="1">
            <a:off x="2868252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D049BA-69E1-4702-93B6-202D938067C0}"/>
              </a:ext>
            </a:extLst>
          </p:cNvPr>
          <p:cNvSpPr/>
          <p:nvPr userDrawn="1"/>
        </p:nvSpPr>
        <p:spPr bwMode="gray">
          <a:xfrm flipH="1">
            <a:off x="9853008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6F5F4D4-40AE-4A6F-0FAB-1C6889B5CFE9}"/>
              </a:ext>
            </a:extLst>
          </p:cNvPr>
          <p:cNvSpPr/>
          <p:nvPr userDrawn="1"/>
        </p:nvSpPr>
        <p:spPr bwMode="gray">
          <a:xfrm flipH="1">
            <a:off x="8688882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670C950-1B72-2E12-93B9-3FE99CA7D90F}"/>
              </a:ext>
            </a:extLst>
          </p:cNvPr>
          <p:cNvSpPr/>
          <p:nvPr userDrawn="1"/>
        </p:nvSpPr>
        <p:spPr bwMode="gray">
          <a:xfrm flipH="1">
            <a:off x="7524756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1D94169-C404-794A-FB45-0D48DA5B660F}"/>
              </a:ext>
            </a:extLst>
          </p:cNvPr>
          <p:cNvSpPr/>
          <p:nvPr userDrawn="1"/>
        </p:nvSpPr>
        <p:spPr bwMode="gray">
          <a:xfrm flipH="1">
            <a:off x="636063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7E111B-3236-620C-8B7F-E1C777A39B6B}"/>
              </a:ext>
            </a:extLst>
          </p:cNvPr>
          <p:cNvSpPr/>
          <p:nvPr userDrawn="1"/>
        </p:nvSpPr>
        <p:spPr bwMode="gray">
          <a:xfrm flipH="1">
            <a:off x="5196504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4F54A26-35C7-CC70-11C2-BC129845138D}"/>
              </a:ext>
            </a:extLst>
          </p:cNvPr>
          <p:cNvSpPr/>
          <p:nvPr userDrawn="1"/>
        </p:nvSpPr>
        <p:spPr bwMode="gray">
          <a:xfrm flipH="1">
            <a:off x="4032378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3D2B118-A6CD-ADE7-23F2-77ECB37CA184}"/>
              </a:ext>
            </a:extLst>
          </p:cNvPr>
          <p:cNvSpPr/>
          <p:nvPr userDrawn="1"/>
        </p:nvSpPr>
        <p:spPr bwMode="gray">
          <a:xfrm flipH="1">
            <a:off x="1704126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53A882-4669-6F86-A79C-AA5DFBC2817B}"/>
              </a:ext>
            </a:extLst>
          </p:cNvPr>
          <p:cNvSpPr/>
          <p:nvPr userDrawn="1"/>
        </p:nvSpPr>
        <p:spPr bwMode="gray">
          <a:xfrm flipH="1">
            <a:off x="2286189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819D4AC-4D3A-0BBC-8FFA-8E3D941C1B50}"/>
              </a:ext>
            </a:extLst>
          </p:cNvPr>
          <p:cNvSpPr/>
          <p:nvPr userDrawn="1"/>
        </p:nvSpPr>
        <p:spPr bwMode="gray">
          <a:xfrm flipH="1">
            <a:off x="1122063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0712542-892E-A5D6-F7F5-0372C75F36F2}"/>
              </a:ext>
            </a:extLst>
          </p:cNvPr>
          <p:cNvSpPr/>
          <p:nvPr userDrawn="1"/>
        </p:nvSpPr>
        <p:spPr bwMode="gray">
          <a:xfrm flipH="1">
            <a:off x="11017134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610CB3-3011-C349-FF1B-3F01D5F0CB59}"/>
              </a:ext>
            </a:extLst>
          </p:cNvPr>
          <p:cNvSpPr/>
          <p:nvPr userDrawn="1"/>
        </p:nvSpPr>
        <p:spPr bwMode="gray">
          <a:xfrm flipH="1">
            <a:off x="1130756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7D0FA63-EA49-5344-F771-B0F2C3DBEFCF}"/>
              </a:ext>
            </a:extLst>
          </p:cNvPr>
          <p:cNvSpPr/>
          <p:nvPr userDrawn="1"/>
        </p:nvSpPr>
        <p:spPr bwMode="gray">
          <a:xfrm flipH="1">
            <a:off x="10143439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1DF9706-FCE1-F1B9-C5A1-88271169A906}"/>
              </a:ext>
            </a:extLst>
          </p:cNvPr>
          <p:cNvSpPr/>
          <p:nvPr userDrawn="1"/>
        </p:nvSpPr>
        <p:spPr bwMode="gray">
          <a:xfrm flipH="1">
            <a:off x="141249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1556B6-AC84-C17B-DF8C-B7F493F5E7BC}"/>
              </a:ext>
            </a:extLst>
          </p:cNvPr>
          <p:cNvSpPr/>
          <p:nvPr userDrawn="1"/>
        </p:nvSpPr>
        <p:spPr bwMode="gray">
          <a:xfrm flipH="1">
            <a:off x="830431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A8ED991-17E4-D900-4ABD-288E452D0D5D}"/>
              </a:ext>
            </a:extLst>
          </p:cNvPr>
          <p:cNvSpPr/>
          <p:nvPr userDrawn="1"/>
        </p:nvSpPr>
        <p:spPr bwMode="gray">
          <a:xfrm flipH="1">
            <a:off x="10725502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42C2B6E-2506-0CFD-6F21-1CEEF3588DCA}"/>
              </a:ext>
            </a:extLst>
          </p:cNvPr>
          <p:cNvSpPr/>
          <p:nvPr userDrawn="1"/>
        </p:nvSpPr>
        <p:spPr bwMode="gray">
          <a:xfrm flipH="1">
            <a:off x="8979313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3413F3-3529-076F-8D51-C13A60824A2F}"/>
              </a:ext>
            </a:extLst>
          </p:cNvPr>
          <p:cNvSpPr/>
          <p:nvPr userDrawn="1"/>
        </p:nvSpPr>
        <p:spPr bwMode="gray">
          <a:xfrm flipH="1">
            <a:off x="7815187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F957932-AB81-CCA1-C497-1E82255B4AA5}"/>
              </a:ext>
            </a:extLst>
          </p:cNvPr>
          <p:cNvSpPr/>
          <p:nvPr userDrawn="1"/>
        </p:nvSpPr>
        <p:spPr bwMode="gray">
          <a:xfrm flipH="1">
            <a:off x="6651061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28D6EF4-46B6-847E-198B-FAF41BDDEE0C}"/>
              </a:ext>
            </a:extLst>
          </p:cNvPr>
          <p:cNvSpPr/>
          <p:nvPr userDrawn="1"/>
        </p:nvSpPr>
        <p:spPr bwMode="gray">
          <a:xfrm flipH="1">
            <a:off x="5486935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9007F0-B22A-61B2-07A0-28B2E6B83E3B}"/>
              </a:ext>
            </a:extLst>
          </p:cNvPr>
          <p:cNvSpPr/>
          <p:nvPr userDrawn="1"/>
        </p:nvSpPr>
        <p:spPr bwMode="gray">
          <a:xfrm flipH="1">
            <a:off x="4322809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575BF35-859E-93F9-5965-4D81685B4ABC}"/>
              </a:ext>
            </a:extLst>
          </p:cNvPr>
          <p:cNvSpPr/>
          <p:nvPr userDrawn="1"/>
        </p:nvSpPr>
        <p:spPr bwMode="gray">
          <a:xfrm flipH="1">
            <a:off x="3158683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7A8F7EC-A443-9198-C756-B5BF75A0368E}"/>
              </a:ext>
            </a:extLst>
          </p:cNvPr>
          <p:cNvSpPr/>
          <p:nvPr userDrawn="1"/>
        </p:nvSpPr>
        <p:spPr bwMode="gray">
          <a:xfrm flipH="1">
            <a:off x="2576620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5C6EAE4-74F5-2938-C460-12F670F56C56}"/>
              </a:ext>
            </a:extLst>
          </p:cNvPr>
          <p:cNvSpPr/>
          <p:nvPr userDrawn="1"/>
        </p:nvSpPr>
        <p:spPr bwMode="gray">
          <a:xfrm flipH="1">
            <a:off x="9561376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36E810-EEE0-7474-D7F6-4D93C4DAC276}"/>
              </a:ext>
            </a:extLst>
          </p:cNvPr>
          <p:cNvSpPr/>
          <p:nvPr userDrawn="1"/>
        </p:nvSpPr>
        <p:spPr bwMode="gray">
          <a:xfrm flipH="1">
            <a:off x="8397250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3C23101-AB18-125A-63E2-BE6FA0A3F99E}"/>
              </a:ext>
            </a:extLst>
          </p:cNvPr>
          <p:cNvSpPr/>
          <p:nvPr userDrawn="1"/>
        </p:nvSpPr>
        <p:spPr bwMode="gray">
          <a:xfrm flipH="1">
            <a:off x="723312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75B0AEA-DD47-8B38-7F54-82432BFB9570}"/>
              </a:ext>
            </a:extLst>
          </p:cNvPr>
          <p:cNvSpPr/>
          <p:nvPr userDrawn="1"/>
        </p:nvSpPr>
        <p:spPr bwMode="gray">
          <a:xfrm flipH="1">
            <a:off x="606899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949A36-3E44-6CBD-2E91-98EFCEB4B904}"/>
              </a:ext>
            </a:extLst>
          </p:cNvPr>
          <p:cNvSpPr/>
          <p:nvPr userDrawn="1"/>
        </p:nvSpPr>
        <p:spPr bwMode="gray">
          <a:xfrm flipH="1">
            <a:off x="4904872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B2F1FB6-4076-9C8A-991B-9E5B0042755A}"/>
              </a:ext>
            </a:extLst>
          </p:cNvPr>
          <p:cNvSpPr/>
          <p:nvPr userDrawn="1"/>
        </p:nvSpPr>
        <p:spPr bwMode="gray">
          <a:xfrm flipH="1">
            <a:off x="3740746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30A11B6-0AB5-CB64-9F88-E945DC3D590F}"/>
              </a:ext>
            </a:extLst>
          </p:cNvPr>
          <p:cNvSpPr/>
          <p:nvPr userDrawn="1"/>
        </p:nvSpPr>
        <p:spPr bwMode="gray">
          <a:xfrm flipH="1">
            <a:off x="1994557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03641C8-D547-2559-510A-544295E8C3A9}"/>
              </a:ext>
            </a:extLst>
          </p:cNvPr>
          <p:cNvSpPr/>
          <p:nvPr userDrawn="1"/>
        </p:nvSpPr>
        <p:spPr bwMode="gray">
          <a:xfrm flipH="1">
            <a:off x="54000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C6E8C3F-40BA-657F-05FF-956924548846}"/>
              </a:ext>
            </a:extLst>
          </p:cNvPr>
          <p:cNvSpPr/>
          <p:nvPr userDrawn="1"/>
        </p:nvSpPr>
        <p:spPr bwMode="gray">
          <a:xfrm flipH="1">
            <a:off x="1159920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0B071EA-CC58-1BC7-5DE6-BD270D0F72B6}"/>
              </a:ext>
            </a:extLst>
          </p:cNvPr>
          <p:cNvSpPr/>
          <p:nvPr userDrawn="1"/>
        </p:nvSpPr>
        <p:spPr bwMode="gray">
          <a:xfrm flipH="1">
            <a:off x="10435071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2C414C9-13D3-D435-F13E-32CD1529F09B}"/>
              </a:ext>
            </a:extLst>
          </p:cNvPr>
          <p:cNvSpPr/>
          <p:nvPr userDrawn="1"/>
        </p:nvSpPr>
        <p:spPr bwMode="gray">
          <a:xfrm flipH="1">
            <a:off x="9270945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D6EC537-14B2-4E70-2584-5C8BF38A2DF7}"/>
              </a:ext>
            </a:extLst>
          </p:cNvPr>
          <p:cNvSpPr/>
          <p:nvPr userDrawn="1"/>
        </p:nvSpPr>
        <p:spPr bwMode="gray">
          <a:xfrm flipH="1">
            <a:off x="8106819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7B25AC1-09CF-84B2-A918-FED0B5733524}"/>
              </a:ext>
            </a:extLst>
          </p:cNvPr>
          <p:cNvSpPr/>
          <p:nvPr userDrawn="1"/>
        </p:nvSpPr>
        <p:spPr bwMode="gray">
          <a:xfrm flipH="1">
            <a:off x="6942693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EC375A61-3CF8-CB19-3459-616427F17ED4}"/>
              </a:ext>
            </a:extLst>
          </p:cNvPr>
          <p:cNvSpPr/>
          <p:nvPr userDrawn="1"/>
        </p:nvSpPr>
        <p:spPr bwMode="gray">
          <a:xfrm flipH="1">
            <a:off x="5778567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92E385E-C138-27E6-C685-0B6D7F9E5206}"/>
              </a:ext>
            </a:extLst>
          </p:cNvPr>
          <p:cNvSpPr/>
          <p:nvPr userDrawn="1"/>
        </p:nvSpPr>
        <p:spPr bwMode="gray">
          <a:xfrm flipH="1">
            <a:off x="4614441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004135D-A526-3327-4560-76711EA8275B}"/>
              </a:ext>
            </a:extLst>
          </p:cNvPr>
          <p:cNvSpPr/>
          <p:nvPr userDrawn="1"/>
        </p:nvSpPr>
        <p:spPr bwMode="gray">
          <a:xfrm flipH="1">
            <a:off x="3450315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0870191-E30B-4659-B8E2-2E46CF3167EE}"/>
              </a:ext>
            </a:extLst>
          </p:cNvPr>
          <p:cNvSpPr/>
          <p:nvPr userDrawn="1"/>
        </p:nvSpPr>
        <p:spPr bwMode="gray">
          <a:xfrm flipH="1">
            <a:off x="2868252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5C1B45A4-029D-8DE8-6F10-6CF36E72F281}"/>
              </a:ext>
            </a:extLst>
          </p:cNvPr>
          <p:cNvSpPr/>
          <p:nvPr userDrawn="1"/>
        </p:nvSpPr>
        <p:spPr bwMode="gray">
          <a:xfrm flipH="1">
            <a:off x="9853008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C56F141-6A62-74FF-3ACA-62B84DE56F33}"/>
              </a:ext>
            </a:extLst>
          </p:cNvPr>
          <p:cNvSpPr/>
          <p:nvPr userDrawn="1"/>
        </p:nvSpPr>
        <p:spPr bwMode="gray">
          <a:xfrm flipH="1">
            <a:off x="8688882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719BF0D-9637-D76B-B14C-7B3B01A90DB4}"/>
              </a:ext>
            </a:extLst>
          </p:cNvPr>
          <p:cNvSpPr/>
          <p:nvPr userDrawn="1"/>
        </p:nvSpPr>
        <p:spPr bwMode="gray">
          <a:xfrm flipH="1">
            <a:off x="7524756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930D9AB-99CD-3448-2577-A1654323B2C2}"/>
              </a:ext>
            </a:extLst>
          </p:cNvPr>
          <p:cNvSpPr/>
          <p:nvPr userDrawn="1"/>
        </p:nvSpPr>
        <p:spPr bwMode="gray">
          <a:xfrm flipH="1">
            <a:off x="636063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E237AEE-2DFA-A652-D03F-909314D699DC}"/>
              </a:ext>
            </a:extLst>
          </p:cNvPr>
          <p:cNvSpPr/>
          <p:nvPr userDrawn="1"/>
        </p:nvSpPr>
        <p:spPr bwMode="gray">
          <a:xfrm flipH="1">
            <a:off x="5196504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1C771EB-3799-204C-BA12-8A4724D31ED2}"/>
              </a:ext>
            </a:extLst>
          </p:cNvPr>
          <p:cNvSpPr/>
          <p:nvPr userDrawn="1"/>
        </p:nvSpPr>
        <p:spPr bwMode="gray">
          <a:xfrm flipH="1">
            <a:off x="4032378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4530CB57-C506-AC1E-74B2-C17ED6D4ACFB}"/>
              </a:ext>
            </a:extLst>
          </p:cNvPr>
          <p:cNvSpPr/>
          <p:nvPr userDrawn="1"/>
        </p:nvSpPr>
        <p:spPr bwMode="gray">
          <a:xfrm flipH="1">
            <a:off x="1704126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78D22ECB-0950-31BC-44FB-DC7B81B9FB9D}"/>
              </a:ext>
            </a:extLst>
          </p:cNvPr>
          <p:cNvSpPr/>
          <p:nvPr userDrawn="1"/>
        </p:nvSpPr>
        <p:spPr bwMode="gray">
          <a:xfrm flipH="1">
            <a:off x="2286189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B00C9CE8-B3F5-D609-5017-14F101448B1E}"/>
              </a:ext>
            </a:extLst>
          </p:cNvPr>
          <p:cNvSpPr/>
          <p:nvPr userDrawn="1"/>
        </p:nvSpPr>
        <p:spPr bwMode="gray">
          <a:xfrm flipH="1">
            <a:off x="1122063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82A0A2D-DD0F-B29C-984E-D11871901C10}"/>
              </a:ext>
            </a:extLst>
          </p:cNvPr>
          <p:cNvSpPr/>
          <p:nvPr userDrawn="1"/>
        </p:nvSpPr>
        <p:spPr bwMode="gray">
          <a:xfrm flipH="1">
            <a:off x="11017134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A9C1183-12BD-DDE6-C4C5-8BAB47F507B1}"/>
              </a:ext>
            </a:extLst>
          </p:cNvPr>
          <p:cNvSpPr/>
          <p:nvPr userDrawn="1"/>
        </p:nvSpPr>
        <p:spPr bwMode="gray">
          <a:xfrm flipH="1">
            <a:off x="1130756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4840209F-455E-A710-B101-B67828B2B0AB}"/>
              </a:ext>
            </a:extLst>
          </p:cNvPr>
          <p:cNvSpPr/>
          <p:nvPr userDrawn="1"/>
        </p:nvSpPr>
        <p:spPr bwMode="gray">
          <a:xfrm flipH="1">
            <a:off x="10143439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B12B66C-286D-C143-45AB-779A03C86A2F}"/>
              </a:ext>
            </a:extLst>
          </p:cNvPr>
          <p:cNvSpPr/>
          <p:nvPr userDrawn="1"/>
        </p:nvSpPr>
        <p:spPr bwMode="gray">
          <a:xfrm flipH="1">
            <a:off x="141249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C938D9BB-76FA-DACE-0951-818CBD85CB44}"/>
              </a:ext>
            </a:extLst>
          </p:cNvPr>
          <p:cNvSpPr/>
          <p:nvPr userDrawn="1"/>
        </p:nvSpPr>
        <p:spPr bwMode="gray">
          <a:xfrm flipH="1">
            <a:off x="830431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7E2779-6BA2-9506-849E-2C863271E459}"/>
              </a:ext>
            </a:extLst>
          </p:cNvPr>
          <p:cNvSpPr/>
          <p:nvPr userDrawn="1"/>
        </p:nvSpPr>
        <p:spPr bwMode="gray">
          <a:xfrm flipH="1">
            <a:off x="10725502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52CA549-D924-C915-3765-8734C855CC92}"/>
              </a:ext>
            </a:extLst>
          </p:cNvPr>
          <p:cNvSpPr/>
          <p:nvPr userDrawn="1"/>
        </p:nvSpPr>
        <p:spPr bwMode="gray">
          <a:xfrm flipH="1">
            <a:off x="8979313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293EAC58-8069-1511-4B07-B3E3E6FEB4E3}"/>
              </a:ext>
            </a:extLst>
          </p:cNvPr>
          <p:cNvSpPr/>
          <p:nvPr userDrawn="1"/>
        </p:nvSpPr>
        <p:spPr bwMode="gray">
          <a:xfrm flipH="1">
            <a:off x="7815187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67B999E5-D89D-62CF-81DF-43609BD6EC77}"/>
              </a:ext>
            </a:extLst>
          </p:cNvPr>
          <p:cNvSpPr/>
          <p:nvPr userDrawn="1"/>
        </p:nvSpPr>
        <p:spPr bwMode="gray">
          <a:xfrm flipH="1">
            <a:off x="6651061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80053D9-FB81-0C84-8AE6-98397AF53504}"/>
              </a:ext>
            </a:extLst>
          </p:cNvPr>
          <p:cNvSpPr/>
          <p:nvPr userDrawn="1"/>
        </p:nvSpPr>
        <p:spPr bwMode="gray">
          <a:xfrm flipH="1">
            <a:off x="5486935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1B3A374-A60D-1990-66E1-4A8280CDFDD9}"/>
              </a:ext>
            </a:extLst>
          </p:cNvPr>
          <p:cNvSpPr/>
          <p:nvPr userDrawn="1"/>
        </p:nvSpPr>
        <p:spPr bwMode="gray">
          <a:xfrm flipH="1">
            <a:off x="4322809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E749B50B-8684-4361-6D22-D81A5E757EC6}"/>
              </a:ext>
            </a:extLst>
          </p:cNvPr>
          <p:cNvSpPr/>
          <p:nvPr userDrawn="1"/>
        </p:nvSpPr>
        <p:spPr bwMode="gray">
          <a:xfrm flipH="1">
            <a:off x="3158683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3977E45-1DB7-4A82-A906-6E3FDC4E75F7}"/>
              </a:ext>
            </a:extLst>
          </p:cNvPr>
          <p:cNvSpPr/>
          <p:nvPr userDrawn="1"/>
        </p:nvSpPr>
        <p:spPr bwMode="gray">
          <a:xfrm flipH="1">
            <a:off x="2576620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ADAF1D4-249B-2606-BEFE-A529E66D07D3}"/>
              </a:ext>
            </a:extLst>
          </p:cNvPr>
          <p:cNvSpPr/>
          <p:nvPr userDrawn="1"/>
        </p:nvSpPr>
        <p:spPr bwMode="gray">
          <a:xfrm flipH="1">
            <a:off x="9561376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7B97F504-7928-248B-683F-ED52484850E1}"/>
              </a:ext>
            </a:extLst>
          </p:cNvPr>
          <p:cNvSpPr/>
          <p:nvPr userDrawn="1"/>
        </p:nvSpPr>
        <p:spPr bwMode="gray">
          <a:xfrm flipH="1">
            <a:off x="8397250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249B5358-CC1F-D163-0D84-E468942796C8}"/>
              </a:ext>
            </a:extLst>
          </p:cNvPr>
          <p:cNvSpPr/>
          <p:nvPr userDrawn="1"/>
        </p:nvSpPr>
        <p:spPr bwMode="gray">
          <a:xfrm flipH="1">
            <a:off x="723312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33039F2-FB4B-F380-9E7B-6DF060A67413}"/>
              </a:ext>
            </a:extLst>
          </p:cNvPr>
          <p:cNvSpPr/>
          <p:nvPr userDrawn="1"/>
        </p:nvSpPr>
        <p:spPr bwMode="gray">
          <a:xfrm flipH="1">
            <a:off x="606899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EB61A2F-5474-1B02-46DE-4971710E9CF9}"/>
              </a:ext>
            </a:extLst>
          </p:cNvPr>
          <p:cNvSpPr/>
          <p:nvPr userDrawn="1"/>
        </p:nvSpPr>
        <p:spPr bwMode="gray">
          <a:xfrm flipH="1">
            <a:off x="4904872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8543A37-7A5E-0371-EF74-20D8E66E20DA}"/>
              </a:ext>
            </a:extLst>
          </p:cNvPr>
          <p:cNvSpPr/>
          <p:nvPr userDrawn="1"/>
        </p:nvSpPr>
        <p:spPr bwMode="gray">
          <a:xfrm flipH="1">
            <a:off x="3740746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408B92CA-9C54-0C11-43B8-99573D5C51F0}"/>
              </a:ext>
            </a:extLst>
          </p:cNvPr>
          <p:cNvSpPr/>
          <p:nvPr userDrawn="1"/>
        </p:nvSpPr>
        <p:spPr bwMode="gray">
          <a:xfrm flipH="1">
            <a:off x="1994557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5972DF49-C9F5-EA46-F24B-AA7EF49F2C5A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9C2F5049-6E44-8BD8-AF51-B660BFA78963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4DF2752F-F2AF-9F2D-FFAB-E22AC808DF59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9E987D2-B005-FFDC-9DE9-29333905E84C}"/>
              </a:ext>
            </a:extLst>
          </p:cNvPr>
          <p:cNvSpPr/>
          <p:nvPr userDrawn="1"/>
        </p:nvSpPr>
        <p:spPr bwMode="gray">
          <a:xfrm flipH="1">
            <a:off x="8106819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486C3A2A-79D4-4336-04A9-A39A8CA7111D}"/>
              </a:ext>
            </a:extLst>
          </p:cNvPr>
          <p:cNvSpPr/>
          <p:nvPr userDrawn="1"/>
        </p:nvSpPr>
        <p:spPr bwMode="gray">
          <a:xfrm flipH="1">
            <a:off x="6942693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BEA8D548-9F9A-1041-1ED7-03A8EA215ADB}"/>
              </a:ext>
            </a:extLst>
          </p:cNvPr>
          <p:cNvSpPr/>
          <p:nvPr userDrawn="1"/>
        </p:nvSpPr>
        <p:spPr bwMode="gray">
          <a:xfrm flipH="1">
            <a:off x="5778567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40E4CE26-04B7-D371-9138-792286E967D1}"/>
              </a:ext>
            </a:extLst>
          </p:cNvPr>
          <p:cNvSpPr/>
          <p:nvPr userDrawn="1"/>
        </p:nvSpPr>
        <p:spPr bwMode="gray">
          <a:xfrm flipH="1">
            <a:off x="4614441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278BCE18-998A-2A73-526E-E85D0FE3A762}"/>
              </a:ext>
            </a:extLst>
          </p:cNvPr>
          <p:cNvSpPr/>
          <p:nvPr userDrawn="1"/>
        </p:nvSpPr>
        <p:spPr bwMode="gray">
          <a:xfrm flipH="1">
            <a:off x="345031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ED185498-BF80-DB32-87DF-B6579511E7BC}"/>
              </a:ext>
            </a:extLst>
          </p:cNvPr>
          <p:cNvSpPr/>
          <p:nvPr userDrawn="1"/>
        </p:nvSpPr>
        <p:spPr bwMode="gray">
          <a:xfrm flipH="1">
            <a:off x="2868252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1A7B565-31B3-FCB4-3B57-A2F4E8002955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3186B5F4-C064-C1F7-CE0A-FB4D6343E79C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D9F4E0A-A0A1-12A0-85DC-63A69053D6CB}"/>
              </a:ext>
            </a:extLst>
          </p:cNvPr>
          <p:cNvSpPr/>
          <p:nvPr userDrawn="1"/>
        </p:nvSpPr>
        <p:spPr bwMode="gray">
          <a:xfrm flipH="1">
            <a:off x="7524756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1EFC0BA-86AA-8AEA-C48E-4833593ECE9B}"/>
              </a:ext>
            </a:extLst>
          </p:cNvPr>
          <p:cNvSpPr/>
          <p:nvPr userDrawn="1"/>
        </p:nvSpPr>
        <p:spPr bwMode="gray">
          <a:xfrm flipH="1">
            <a:off x="636063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7E96D23-0DF1-F740-4207-1281107A9623}"/>
              </a:ext>
            </a:extLst>
          </p:cNvPr>
          <p:cNvSpPr/>
          <p:nvPr userDrawn="1"/>
        </p:nvSpPr>
        <p:spPr bwMode="gray">
          <a:xfrm flipH="1">
            <a:off x="5196504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6EEC43CD-5C09-A05F-97C8-7DC4B7716E56}"/>
              </a:ext>
            </a:extLst>
          </p:cNvPr>
          <p:cNvSpPr/>
          <p:nvPr userDrawn="1"/>
        </p:nvSpPr>
        <p:spPr bwMode="gray">
          <a:xfrm flipH="1">
            <a:off x="4032378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2792C58-D462-2C89-42F3-7F8A3BDE0B05}"/>
              </a:ext>
            </a:extLst>
          </p:cNvPr>
          <p:cNvSpPr/>
          <p:nvPr userDrawn="1"/>
        </p:nvSpPr>
        <p:spPr bwMode="gray">
          <a:xfrm flipH="1">
            <a:off x="1704126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D3D340A-0302-2ACA-CAB5-7DB4B2A477F3}"/>
              </a:ext>
            </a:extLst>
          </p:cNvPr>
          <p:cNvSpPr/>
          <p:nvPr userDrawn="1"/>
        </p:nvSpPr>
        <p:spPr bwMode="gray">
          <a:xfrm flipH="1">
            <a:off x="2286189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02D3201-D82B-DFDC-FAEE-751D36B24696}"/>
              </a:ext>
            </a:extLst>
          </p:cNvPr>
          <p:cNvSpPr/>
          <p:nvPr userDrawn="1"/>
        </p:nvSpPr>
        <p:spPr bwMode="gray">
          <a:xfrm flipH="1">
            <a:off x="1122063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D61CAECE-4D29-24DC-143A-B88444E4FB85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ADF0CE14-2560-996D-3460-7DC1E4706D96}"/>
              </a:ext>
            </a:extLst>
          </p:cNvPr>
          <p:cNvSpPr/>
          <p:nvPr userDrawn="1"/>
        </p:nvSpPr>
        <p:spPr bwMode="gray">
          <a:xfrm flipH="1">
            <a:off x="11307568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8F8E43A8-882C-D593-D998-BF3C74A4D3CE}"/>
              </a:ext>
            </a:extLst>
          </p:cNvPr>
          <p:cNvSpPr/>
          <p:nvPr userDrawn="1"/>
        </p:nvSpPr>
        <p:spPr bwMode="gray">
          <a:xfrm flipH="1">
            <a:off x="1412494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72FC8A3-CB39-445F-F54E-AB5FB3A09A43}"/>
              </a:ext>
            </a:extLst>
          </p:cNvPr>
          <p:cNvSpPr/>
          <p:nvPr userDrawn="1"/>
        </p:nvSpPr>
        <p:spPr bwMode="gray">
          <a:xfrm flipH="1">
            <a:off x="830431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8CF45FBF-2713-597D-E950-99D719088F2B}"/>
              </a:ext>
            </a:extLst>
          </p:cNvPr>
          <p:cNvSpPr/>
          <p:nvPr userDrawn="1"/>
        </p:nvSpPr>
        <p:spPr bwMode="gray">
          <a:xfrm flipH="1">
            <a:off x="10725502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32EF358-14F6-3E31-9EA9-21266348D8D8}"/>
              </a:ext>
            </a:extLst>
          </p:cNvPr>
          <p:cNvSpPr/>
          <p:nvPr userDrawn="1"/>
        </p:nvSpPr>
        <p:spPr bwMode="gray">
          <a:xfrm flipH="1">
            <a:off x="540000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9392421-AB10-32F2-280B-BFCBD5F751D3}"/>
              </a:ext>
            </a:extLst>
          </p:cNvPr>
          <p:cNvSpPr/>
          <p:nvPr userDrawn="1"/>
        </p:nvSpPr>
        <p:spPr bwMode="gray">
          <a:xfrm flipH="1">
            <a:off x="11599200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51946DE0-C541-C1B1-1961-8F131FFD2F27}"/>
              </a:ext>
            </a:extLst>
          </p:cNvPr>
          <p:cNvSpPr/>
          <p:nvPr userDrawn="1"/>
        </p:nvSpPr>
        <p:spPr bwMode="gray">
          <a:xfrm flipH="1">
            <a:off x="1122063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F6943DB7-8F56-0F10-0232-0E272225C5DF}"/>
              </a:ext>
            </a:extLst>
          </p:cNvPr>
          <p:cNvSpPr/>
          <p:nvPr userDrawn="1"/>
        </p:nvSpPr>
        <p:spPr bwMode="gray">
          <a:xfrm flipH="1">
            <a:off x="11017134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192A638A-91E3-08E7-14AC-9B43CE422680}"/>
              </a:ext>
            </a:extLst>
          </p:cNvPr>
          <p:cNvSpPr/>
          <p:nvPr userDrawn="1"/>
        </p:nvSpPr>
        <p:spPr bwMode="gray">
          <a:xfrm flipH="1">
            <a:off x="11307568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3F249627-BE98-2B13-AF7B-8EC4F69B7560}"/>
              </a:ext>
            </a:extLst>
          </p:cNvPr>
          <p:cNvSpPr/>
          <p:nvPr userDrawn="1"/>
        </p:nvSpPr>
        <p:spPr bwMode="gray">
          <a:xfrm flipH="1">
            <a:off x="830431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4D56E3D0-9D5B-651E-FFB5-5069D9398811}"/>
              </a:ext>
            </a:extLst>
          </p:cNvPr>
          <p:cNvSpPr/>
          <p:nvPr userDrawn="1"/>
        </p:nvSpPr>
        <p:spPr bwMode="gray">
          <a:xfrm flipH="1">
            <a:off x="540000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703E5E8-40E0-505A-5BD7-4D3DA62053A5}"/>
              </a:ext>
            </a:extLst>
          </p:cNvPr>
          <p:cNvSpPr/>
          <p:nvPr userDrawn="1"/>
        </p:nvSpPr>
        <p:spPr bwMode="gray">
          <a:xfrm flipH="1">
            <a:off x="11599200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9954D8C4-DA8F-42ED-84EA-57CF86898204}"/>
              </a:ext>
            </a:extLst>
          </p:cNvPr>
          <p:cNvSpPr/>
          <p:nvPr userDrawn="1"/>
        </p:nvSpPr>
        <p:spPr bwMode="gray">
          <a:xfrm flipH="1">
            <a:off x="1122063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A409E4B0-6913-43EE-A5E7-302E20662895}"/>
              </a:ext>
            </a:extLst>
          </p:cNvPr>
          <p:cNvSpPr/>
          <p:nvPr userDrawn="1"/>
        </p:nvSpPr>
        <p:spPr bwMode="gray">
          <a:xfrm flipH="1">
            <a:off x="11017134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12375E2D-F7F7-8FC0-431B-F7E4515DF43C}"/>
              </a:ext>
            </a:extLst>
          </p:cNvPr>
          <p:cNvSpPr/>
          <p:nvPr userDrawn="1"/>
        </p:nvSpPr>
        <p:spPr bwMode="gray">
          <a:xfrm flipH="1">
            <a:off x="11307568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D823F6F6-EAE8-118F-06D0-FDE1B33F3585}"/>
              </a:ext>
            </a:extLst>
          </p:cNvPr>
          <p:cNvSpPr/>
          <p:nvPr userDrawn="1"/>
        </p:nvSpPr>
        <p:spPr bwMode="gray">
          <a:xfrm flipH="1">
            <a:off x="830431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15F61459-02E4-936D-0652-3BFF30095BC0}"/>
              </a:ext>
            </a:extLst>
          </p:cNvPr>
          <p:cNvSpPr/>
          <p:nvPr userDrawn="1"/>
        </p:nvSpPr>
        <p:spPr bwMode="gray">
          <a:xfrm flipH="1">
            <a:off x="540000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A47D34E2-9F87-0C26-478F-9748C1714ECB}"/>
              </a:ext>
            </a:extLst>
          </p:cNvPr>
          <p:cNvSpPr/>
          <p:nvPr userDrawn="1"/>
        </p:nvSpPr>
        <p:spPr bwMode="gray">
          <a:xfrm flipH="1">
            <a:off x="11599200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E79A1A81-5A14-904A-E7BC-C88F53DDC3F5}"/>
              </a:ext>
            </a:extLst>
          </p:cNvPr>
          <p:cNvSpPr/>
          <p:nvPr userDrawn="1"/>
        </p:nvSpPr>
        <p:spPr bwMode="gray">
          <a:xfrm flipH="1">
            <a:off x="1122063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36823EB8-1EA2-A467-9AA9-7BB2626E37C9}"/>
              </a:ext>
            </a:extLst>
          </p:cNvPr>
          <p:cNvSpPr/>
          <p:nvPr userDrawn="1"/>
        </p:nvSpPr>
        <p:spPr bwMode="gray">
          <a:xfrm flipH="1">
            <a:off x="11017134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05A54384-34EC-B6FC-E5E7-C199D8D3BACF}"/>
              </a:ext>
            </a:extLst>
          </p:cNvPr>
          <p:cNvSpPr/>
          <p:nvPr userDrawn="1"/>
        </p:nvSpPr>
        <p:spPr bwMode="gray">
          <a:xfrm flipH="1">
            <a:off x="11307568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16BE45E0-F326-387D-1878-8F620EA427ED}"/>
              </a:ext>
            </a:extLst>
          </p:cNvPr>
          <p:cNvSpPr/>
          <p:nvPr userDrawn="1"/>
        </p:nvSpPr>
        <p:spPr bwMode="gray">
          <a:xfrm flipH="1">
            <a:off x="830431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91CF70AF-B665-78F3-B669-94AA76033848}"/>
              </a:ext>
            </a:extLst>
          </p:cNvPr>
          <p:cNvSpPr/>
          <p:nvPr userDrawn="1"/>
        </p:nvSpPr>
        <p:spPr bwMode="gray">
          <a:xfrm flipH="1">
            <a:off x="540000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3B857B9B-2E6F-31CE-2DE5-F4E210057D09}"/>
              </a:ext>
            </a:extLst>
          </p:cNvPr>
          <p:cNvSpPr/>
          <p:nvPr userDrawn="1"/>
        </p:nvSpPr>
        <p:spPr bwMode="gray">
          <a:xfrm flipH="1">
            <a:off x="11599200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5BA991E2-085E-FF0C-26ED-63AC17ACAC6D}"/>
              </a:ext>
            </a:extLst>
          </p:cNvPr>
          <p:cNvSpPr/>
          <p:nvPr userDrawn="1"/>
        </p:nvSpPr>
        <p:spPr bwMode="gray">
          <a:xfrm flipH="1">
            <a:off x="1122063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CAD121E0-B5A2-9492-F1C5-7CC55B725D78}"/>
              </a:ext>
            </a:extLst>
          </p:cNvPr>
          <p:cNvSpPr/>
          <p:nvPr userDrawn="1"/>
        </p:nvSpPr>
        <p:spPr bwMode="gray">
          <a:xfrm flipH="1">
            <a:off x="11017134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C235441-67ED-1A8B-DB84-7883A00C18BA}"/>
              </a:ext>
            </a:extLst>
          </p:cNvPr>
          <p:cNvSpPr/>
          <p:nvPr userDrawn="1"/>
        </p:nvSpPr>
        <p:spPr bwMode="gray">
          <a:xfrm flipH="1">
            <a:off x="11307568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3B8216C5-0F82-CAFA-03A9-550FFE938459}"/>
              </a:ext>
            </a:extLst>
          </p:cNvPr>
          <p:cNvSpPr/>
          <p:nvPr userDrawn="1"/>
        </p:nvSpPr>
        <p:spPr bwMode="gray">
          <a:xfrm flipH="1">
            <a:off x="1412494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AE6C486A-F5F0-03E5-B798-19A8670F18FB}"/>
              </a:ext>
            </a:extLst>
          </p:cNvPr>
          <p:cNvSpPr/>
          <p:nvPr userDrawn="1"/>
        </p:nvSpPr>
        <p:spPr bwMode="gray">
          <a:xfrm flipH="1">
            <a:off x="830431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49C5BBC6-B64D-5519-0207-5E092A588C6F}"/>
              </a:ext>
            </a:extLst>
          </p:cNvPr>
          <p:cNvSpPr/>
          <p:nvPr userDrawn="1"/>
        </p:nvSpPr>
        <p:spPr bwMode="gray">
          <a:xfrm flipH="1">
            <a:off x="10725502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1B777F11-8E33-EDD5-3BE0-5DF0534E0815}"/>
              </a:ext>
            </a:extLst>
          </p:cNvPr>
          <p:cNvSpPr/>
          <p:nvPr userDrawn="1"/>
        </p:nvSpPr>
        <p:spPr bwMode="gray">
          <a:xfrm flipH="1">
            <a:off x="540000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5434BCA-8F62-9267-408E-FA807EBAF3C7}"/>
              </a:ext>
            </a:extLst>
          </p:cNvPr>
          <p:cNvSpPr/>
          <p:nvPr userDrawn="1"/>
        </p:nvSpPr>
        <p:spPr bwMode="gray">
          <a:xfrm flipH="1">
            <a:off x="10435071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2078F715-424C-76E0-6860-C6B2DFEF578D}"/>
              </a:ext>
            </a:extLst>
          </p:cNvPr>
          <p:cNvSpPr/>
          <p:nvPr userDrawn="1"/>
        </p:nvSpPr>
        <p:spPr bwMode="gray">
          <a:xfrm flipH="1">
            <a:off x="1704126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CCD06859-E81B-3EAF-4B11-297EC51EA189}"/>
              </a:ext>
            </a:extLst>
          </p:cNvPr>
          <p:cNvSpPr/>
          <p:nvPr userDrawn="1"/>
        </p:nvSpPr>
        <p:spPr bwMode="gray">
          <a:xfrm flipH="1">
            <a:off x="1122063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C4C8A34A-7E4B-525E-5BA1-B5029FB41240}"/>
              </a:ext>
            </a:extLst>
          </p:cNvPr>
          <p:cNvSpPr/>
          <p:nvPr userDrawn="1"/>
        </p:nvSpPr>
        <p:spPr bwMode="gray">
          <a:xfrm flipH="1">
            <a:off x="11017134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03027BB-DA91-B3F0-1D7A-75B2FF760DDC}"/>
              </a:ext>
            </a:extLst>
          </p:cNvPr>
          <p:cNvSpPr/>
          <p:nvPr userDrawn="1"/>
        </p:nvSpPr>
        <p:spPr bwMode="gray">
          <a:xfrm flipH="1">
            <a:off x="11307568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909D577D-775D-15BF-A650-EE2DD2D85C83}"/>
              </a:ext>
            </a:extLst>
          </p:cNvPr>
          <p:cNvSpPr/>
          <p:nvPr userDrawn="1"/>
        </p:nvSpPr>
        <p:spPr bwMode="gray">
          <a:xfrm flipH="1">
            <a:off x="10143439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81F2BBF5-F818-17D1-87F7-8E36D746C5D1}"/>
              </a:ext>
            </a:extLst>
          </p:cNvPr>
          <p:cNvSpPr/>
          <p:nvPr userDrawn="1"/>
        </p:nvSpPr>
        <p:spPr bwMode="gray">
          <a:xfrm flipH="1">
            <a:off x="1412494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FC2120C8-BA64-DA5E-AAE9-2C17B303E125}"/>
              </a:ext>
            </a:extLst>
          </p:cNvPr>
          <p:cNvSpPr/>
          <p:nvPr userDrawn="1"/>
        </p:nvSpPr>
        <p:spPr bwMode="gray">
          <a:xfrm flipH="1">
            <a:off x="830431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4C770668-13D4-EAC6-EC37-B01B10C8B5AC}"/>
              </a:ext>
            </a:extLst>
          </p:cNvPr>
          <p:cNvSpPr/>
          <p:nvPr userDrawn="1"/>
        </p:nvSpPr>
        <p:spPr bwMode="gray">
          <a:xfrm flipH="1">
            <a:off x="10725502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7FF4B694-104D-D9E7-3ECD-4B35AB478305}"/>
              </a:ext>
            </a:extLst>
          </p:cNvPr>
          <p:cNvSpPr/>
          <p:nvPr userDrawn="1"/>
        </p:nvSpPr>
        <p:spPr bwMode="gray">
          <a:xfrm flipH="1">
            <a:off x="1994557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319E469E-31A6-C6E7-F60B-F8B5D75EA7DB}"/>
              </a:ext>
            </a:extLst>
          </p:cNvPr>
          <p:cNvSpPr/>
          <p:nvPr userDrawn="1"/>
        </p:nvSpPr>
        <p:spPr bwMode="gray">
          <a:xfrm flipH="1">
            <a:off x="54000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43398074-91A4-4FA7-2CFA-CFA3FF1B3632}"/>
              </a:ext>
            </a:extLst>
          </p:cNvPr>
          <p:cNvSpPr/>
          <p:nvPr userDrawn="1"/>
        </p:nvSpPr>
        <p:spPr bwMode="gray">
          <a:xfrm flipH="1">
            <a:off x="1159920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8DF7C605-73A7-DDCA-A807-A6389CAF189C}"/>
              </a:ext>
            </a:extLst>
          </p:cNvPr>
          <p:cNvSpPr/>
          <p:nvPr userDrawn="1"/>
        </p:nvSpPr>
        <p:spPr bwMode="gray">
          <a:xfrm flipH="1">
            <a:off x="10435071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1AE250ED-49C6-3524-091E-0601093E93E4}"/>
              </a:ext>
            </a:extLst>
          </p:cNvPr>
          <p:cNvSpPr/>
          <p:nvPr userDrawn="1"/>
        </p:nvSpPr>
        <p:spPr bwMode="gray">
          <a:xfrm flipH="1">
            <a:off x="9270945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74157238-255D-3BCE-C9F4-63DC746D8629}"/>
              </a:ext>
            </a:extLst>
          </p:cNvPr>
          <p:cNvSpPr/>
          <p:nvPr userDrawn="1"/>
        </p:nvSpPr>
        <p:spPr bwMode="gray">
          <a:xfrm flipH="1">
            <a:off x="8106819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FD90414-3388-7E13-4FC9-42E0A1935769}"/>
              </a:ext>
            </a:extLst>
          </p:cNvPr>
          <p:cNvSpPr/>
          <p:nvPr userDrawn="1"/>
        </p:nvSpPr>
        <p:spPr bwMode="gray">
          <a:xfrm flipH="1">
            <a:off x="6942693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72CEF432-E104-975E-9A4F-0D6E62E3735F}"/>
              </a:ext>
            </a:extLst>
          </p:cNvPr>
          <p:cNvSpPr/>
          <p:nvPr userDrawn="1"/>
        </p:nvSpPr>
        <p:spPr bwMode="gray">
          <a:xfrm flipH="1">
            <a:off x="5778567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BFC13346-C4D0-0FB5-4A8D-E748BD4F606A}"/>
              </a:ext>
            </a:extLst>
          </p:cNvPr>
          <p:cNvSpPr/>
          <p:nvPr userDrawn="1"/>
        </p:nvSpPr>
        <p:spPr bwMode="gray">
          <a:xfrm flipH="1">
            <a:off x="4614441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1F3C3F81-4A7E-35D0-A1B5-D7D2B6325208}"/>
              </a:ext>
            </a:extLst>
          </p:cNvPr>
          <p:cNvSpPr/>
          <p:nvPr userDrawn="1"/>
        </p:nvSpPr>
        <p:spPr bwMode="gray">
          <a:xfrm flipH="1">
            <a:off x="3450315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3F809D53-8A2B-AE92-6839-891DA02D32A5}"/>
              </a:ext>
            </a:extLst>
          </p:cNvPr>
          <p:cNvSpPr/>
          <p:nvPr userDrawn="1"/>
        </p:nvSpPr>
        <p:spPr bwMode="gray">
          <a:xfrm flipH="1">
            <a:off x="2868252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4A317077-A2E7-DD0E-4541-EA9CE4D67953}"/>
              </a:ext>
            </a:extLst>
          </p:cNvPr>
          <p:cNvSpPr/>
          <p:nvPr userDrawn="1"/>
        </p:nvSpPr>
        <p:spPr bwMode="gray">
          <a:xfrm flipH="1">
            <a:off x="9853008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A09F6E51-DD0E-F220-98CF-95868A272574}"/>
              </a:ext>
            </a:extLst>
          </p:cNvPr>
          <p:cNvSpPr/>
          <p:nvPr userDrawn="1"/>
        </p:nvSpPr>
        <p:spPr bwMode="gray">
          <a:xfrm flipH="1">
            <a:off x="8688882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21CAF80B-13DB-DA6A-2343-9814FBBE58FE}"/>
              </a:ext>
            </a:extLst>
          </p:cNvPr>
          <p:cNvSpPr/>
          <p:nvPr userDrawn="1"/>
        </p:nvSpPr>
        <p:spPr bwMode="gray">
          <a:xfrm flipH="1">
            <a:off x="7524756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E3243056-10A1-5D08-EF46-AD57F0601D03}"/>
              </a:ext>
            </a:extLst>
          </p:cNvPr>
          <p:cNvSpPr/>
          <p:nvPr userDrawn="1"/>
        </p:nvSpPr>
        <p:spPr bwMode="gray">
          <a:xfrm flipH="1">
            <a:off x="636063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12B1A6FA-AE26-AE63-B8B6-8957D38F918F}"/>
              </a:ext>
            </a:extLst>
          </p:cNvPr>
          <p:cNvSpPr/>
          <p:nvPr userDrawn="1"/>
        </p:nvSpPr>
        <p:spPr bwMode="gray">
          <a:xfrm flipH="1">
            <a:off x="5196504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CF7A5B01-B4A1-9087-3B82-C15902DEADE2}"/>
              </a:ext>
            </a:extLst>
          </p:cNvPr>
          <p:cNvSpPr/>
          <p:nvPr userDrawn="1"/>
        </p:nvSpPr>
        <p:spPr bwMode="gray">
          <a:xfrm flipH="1">
            <a:off x="4032378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0555A94-B571-B0B8-CDF4-0D2C4FD50F7F}"/>
              </a:ext>
            </a:extLst>
          </p:cNvPr>
          <p:cNvSpPr/>
          <p:nvPr userDrawn="1"/>
        </p:nvSpPr>
        <p:spPr bwMode="gray">
          <a:xfrm flipH="1">
            <a:off x="1704126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83A3F767-5931-1CCA-008A-2891B8E64963}"/>
              </a:ext>
            </a:extLst>
          </p:cNvPr>
          <p:cNvSpPr/>
          <p:nvPr userDrawn="1"/>
        </p:nvSpPr>
        <p:spPr bwMode="gray">
          <a:xfrm flipH="1">
            <a:off x="2286189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8EE5F5F4-04DB-8B94-908C-5CF893AAAE9A}"/>
              </a:ext>
            </a:extLst>
          </p:cNvPr>
          <p:cNvSpPr/>
          <p:nvPr userDrawn="1"/>
        </p:nvSpPr>
        <p:spPr bwMode="gray">
          <a:xfrm flipH="1">
            <a:off x="1122063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A2A31C6C-0613-A85E-9D0F-74982081E2DC}"/>
              </a:ext>
            </a:extLst>
          </p:cNvPr>
          <p:cNvSpPr/>
          <p:nvPr userDrawn="1"/>
        </p:nvSpPr>
        <p:spPr bwMode="gray">
          <a:xfrm flipH="1">
            <a:off x="11017134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CF06E4C5-DC06-69D7-8863-CCEC75B07EE7}"/>
              </a:ext>
            </a:extLst>
          </p:cNvPr>
          <p:cNvSpPr/>
          <p:nvPr userDrawn="1"/>
        </p:nvSpPr>
        <p:spPr bwMode="gray">
          <a:xfrm flipH="1">
            <a:off x="11307568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46FDB7B9-7599-9A64-4DE9-213CCAE4D86A}"/>
              </a:ext>
            </a:extLst>
          </p:cNvPr>
          <p:cNvSpPr/>
          <p:nvPr userDrawn="1"/>
        </p:nvSpPr>
        <p:spPr bwMode="gray">
          <a:xfrm flipH="1">
            <a:off x="10143439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27A7F96C-BE6D-0F97-B7AB-44DA76D6FE80}"/>
              </a:ext>
            </a:extLst>
          </p:cNvPr>
          <p:cNvSpPr/>
          <p:nvPr userDrawn="1"/>
        </p:nvSpPr>
        <p:spPr bwMode="gray">
          <a:xfrm flipH="1">
            <a:off x="1412494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90E1ACAE-6846-DFD6-EE29-5C1AACD56B0E}"/>
              </a:ext>
            </a:extLst>
          </p:cNvPr>
          <p:cNvSpPr/>
          <p:nvPr userDrawn="1"/>
        </p:nvSpPr>
        <p:spPr bwMode="gray">
          <a:xfrm flipH="1">
            <a:off x="830431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7AFA5582-F27C-664C-44DA-2D56D0ABF934}"/>
              </a:ext>
            </a:extLst>
          </p:cNvPr>
          <p:cNvSpPr/>
          <p:nvPr userDrawn="1"/>
        </p:nvSpPr>
        <p:spPr bwMode="gray">
          <a:xfrm flipH="1">
            <a:off x="10725502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3A063AC-7AF1-288D-1B07-1EDF4450CD20}"/>
              </a:ext>
            </a:extLst>
          </p:cNvPr>
          <p:cNvSpPr/>
          <p:nvPr userDrawn="1"/>
        </p:nvSpPr>
        <p:spPr bwMode="gray">
          <a:xfrm flipH="1">
            <a:off x="1994557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94F04774-06EB-1E38-0EEE-9AC3DE8B92D4}"/>
              </a:ext>
            </a:extLst>
          </p:cNvPr>
          <p:cNvSpPr/>
          <p:nvPr userDrawn="1"/>
        </p:nvSpPr>
        <p:spPr bwMode="gray">
          <a:xfrm flipH="1">
            <a:off x="540000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414E8CE7-1F13-B947-C7FE-4ADBB23B9FDF}"/>
              </a:ext>
            </a:extLst>
          </p:cNvPr>
          <p:cNvSpPr/>
          <p:nvPr userDrawn="1"/>
        </p:nvSpPr>
        <p:spPr bwMode="gray">
          <a:xfrm flipH="1">
            <a:off x="11599200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279B8AB-75A9-7790-A81B-3E0AD8A78C5F}"/>
              </a:ext>
            </a:extLst>
          </p:cNvPr>
          <p:cNvSpPr/>
          <p:nvPr userDrawn="1"/>
        </p:nvSpPr>
        <p:spPr bwMode="gray">
          <a:xfrm flipH="1">
            <a:off x="10435071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0CA581F-CBDD-6571-1CBF-BA8727F7CDCA}"/>
              </a:ext>
            </a:extLst>
          </p:cNvPr>
          <p:cNvSpPr/>
          <p:nvPr userDrawn="1"/>
        </p:nvSpPr>
        <p:spPr bwMode="gray">
          <a:xfrm flipH="1">
            <a:off x="1704126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980B7748-18E4-610A-5999-166AF10FCF40}"/>
              </a:ext>
            </a:extLst>
          </p:cNvPr>
          <p:cNvSpPr/>
          <p:nvPr userDrawn="1"/>
        </p:nvSpPr>
        <p:spPr bwMode="gray">
          <a:xfrm flipH="1">
            <a:off x="1122063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DAA1028D-3740-F738-7020-0F0582CACABF}"/>
              </a:ext>
            </a:extLst>
          </p:cNvPr>
          <p:cNvSpPr/>
          <p:nvPr userDrawn="1"/>
        </p:nvSpPr>
        <p:spPr bwMode="gray">
          <a:xfrm flipH="1">
            <a:off x="11017134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30" name="Text Placeholder 11">
            <a:extLst>
              <a:ext uri="{FF2B5EF4-FFF2-40B4-BE49-F238E27FC236}">
                <a16:creationId xmlns:a16="http://schemas.microsoft.com/office/drawing/2014/main" id="{FA4E412E-489A-647A-124A-549E58919F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8399" y="2242085"/>
            <a:ext cx="1835201" cy="3489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chemeClr val="accent5">
                  <a:lumMod val="50000"/>
                  <a:lumOff val="50000"/>
                </a:schemeClr>
              </a:gs>
            </a:gsLst>
            <a:lin ang="18900000" scaled="1"/>
          </a:gradFill>
          <a:ln w="6350">
            <a:solidFill>
              <a:schemeClr val="accent5">
                <a:lumMod val="50000"/>
                <a:lumOff val="50000"/>
              </a:schemeClr>
            </a:solidFill>
          </a:ln>
        </p:spPr>
        <p:txBody>
          <a:bodyPr wrap="none" lIns="108000" tIns="36000" rIns="108000" bIns="39600" anchor="ctr">
            <a:spAutoFit/>
          </a:bodyPr>
          <a:lstStyle>
            <a:lvl1pPr algn="ctr">
              <a:buNone/>
              <a:defRPr sz="1000" cap="all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332" name="Title 5">
            <a:extLst>
              <a:ext uri="{FF2B5EF4-FFF2-40B4-BE49-F238E27FC236}">
                <a16:creationId xmlns:a16="http://schemas.microsoft.com/office/drawing/2014/main" id="{79C28308-F959-25B9-0752-2E642F734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0253" y="2873088"/>
            <a:ext cx="5651498" cy="1257780"/>
          </a:xfrm>
        </p:spPr>
        <p:txBody>
          <a:bodyPr/>
          <a:lstStyle>
            <a:lvl1pPr algn="ctr">
              <a:lnSpc>
                <a:spcPct val="85000"/>
              </a:lnSpc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2898717E-98E3-E1A1-AE41-57488C9F51F2}"/>
              </a:ext>
            </a:extLst>
          </p:cNvPr>
          <p:cNvSpPr/>
          <p:nvPr userDrawn="1"/>
        </p:nvSpPr>
        <p:spPr bwMode="gray">
          <a:xfrm flipH="1">
            <a:off x="11307568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FB7021B0-B306-91B5-A149-07FF8A9C0837}"/>
              </a:ext>
            </a:extLst>
          </p:cNvPr>
          <p:cNvSpPr/>
          <p:nvPr userDrawn="1"/>
        </p:nvSpPr>
        <p:spPr bwMode="gray">
          <a:xfrm flipH="1">
            <a:off x="10143439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22AF1F86-5C1B-FD7E-314F-F6745C5F4641}"/>
              </a:ext>
            </a:extLst>
          </p:cNvPr>
          <p:cNvSpPr/>
          <p:nvPr userDrawn="1"/>
        </p:nvSpPr>
        <p:spPr bwMode="gray">
          <a:xfrm flipH="1">
            <a:off x="1412494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60F2B23E-0E23-F3B1-16BC-EC1AE6A28D12}"/>
              </a:ext>
            </a:extLst>
          </p:cNvPr>
          <p:cNvSpPr/>
          <p:nvPr userDrawn="1"/>
        </p:nvSpPr>
        <p:spPr bwMode="gray">
          <a:xfrm flipH="1">
            <a:off x="830431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4ACC5FCD-F0C5-F656-AFBB-070EF65D361E}"/>
              </a:ext>
            </a:extLst>
          </p:cNvPr>
          <p:cNvSpPr/>
          <p:nvPr userDrawn="1"/>
        </p:nvSpPr>
        <p:spPr bwMode="gray">
          <a:xfrm flipH="1">
            <a:off x="10725502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8C9F64F7-D21D-76E1-15CF-B318C4115CAE}"/>
              </a:ext>
            </a:extLst>
          </p:cNvPr>
          <p:cNvSpPr/>
          <p:nvPr userDrawn="1"/>
        </p:nvSpPr>
        <p:spPr bwMode="gray">
          <a:xfrm flipH="1">
            <a:off x="8979313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812927FE-A7F9-94F2-6897-82A0A26ED0E4}"/>
              </a:ext>
            </a:extLst>
          </p:cNvPr>
          <p:cNvSpPr/>
          <p:nvPr userDrawn="1"/>
        </p:nvSpPr>
        <p:spPr bwMode="gray">
          <a:xfrm flipH="1">
            <a:off x="7815187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67CC6EBD-85E5-54EC-1F02-8DB1ECBC3A91}"/>
              </a:ext>
            </a:extLst>
          </p:cNvPr>
          <p:cNvSpPr/>
          <p:nvPr userDrawn="1"/>
        </p:nvSpPr>
        <p:spPr bwMode="gray">
          <a:xfrm flipH="1">
            <a:off x="6651061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4B06EB98-3AA2-544C-6662-DAC8E4C17ECA}"/>
              </a:ext>
            </a:extLst>
          </p:cNvPr>
          <p:cNvSpPr/>
          <p:nvPr userDrawn="1"/>
        </p:nvSpPr>
        <p:spPr bwMode="gray">
          <a:xfrm flipH="1">
            <a:off x="5486935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4767F3B4-B04B-EC69-14D2-9235FE309428}"/>
              </a:ext>
            </a:extLst>
          </p:cNvPr>
          <p:cNvSpPr/>
          <p:nvPr userDrawn="1"/>
        </p:nvSpPr>
        <p:spPr bwMode="gray">
          <a:xfrm flipH="1">
            <a:off x="4322809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9B0ADCE4-3165-CEFC-207D-3D63371143D2}"/>
              </a:ext>
            </a:extLst>
          </p:cNvPr>
          <p:cNvSpPr/>
          <p:nvPr userDrawn="1"/>
        </p:nvSpPr>
        <p:spPr bwMode="gray">
          <a:xfrm flipH="1">
            <a:off x="3158683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6AF3E7C6-0B21-62A9-28C2-6BC4AE70DFB0}"/>
              </a:ext>
            </a:extLst>
          </p:cNvPr>
          <p:cNvSpPr/>
          <p:nvPr userDrawn="1"/>
        </p:nvSpPr>
        <p:spPr bwMode="gray">
          <a:xfrm flipH="1">
            <a:off x="2576620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C3424256-7DA3-AB29-2FB0-B99714295441}"/>
              </a:ext>
            </a:extLst>
          </p:cNvPr>
          <p:cNvSpPr/>
          <p:nvPr userDrawn="1"/>
        </p:nvSpPr>
        <p:spPr bwMode="gray">
          <a:xfrm flipH="1">
            <a:off x="9561376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B557BDA1-B643-2088-CCD1-82335FF5314C}"/>
              </a:ext>
            </a:extLst>
          </p:cNvPr>
          <p:cNvSpPr/>
          <p:nvPr userDrawn="1"/>
        </p:nvSpPr>
        <p:spPr bwMode="gray">
          <a:xfrm flipH="1">
            <a:off x="8397250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0A8AEBA6-4E51-322B-1130-ACB667612AC9}"/>
              </a:ext>
            </a:extLst>
          </p:cNvPr>
          <p:cNvSpPr/>
          <p:nvPr userDrawn="1"/>
        </p:nvSpPr>
        <p:spPr bwMode="gray">
          <a:xfrm flipH="1">
            <a:off x="7233124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CC6C4B2D-55F5-B9EE-2A0C-3B9E54082BE5}"/>
              </a:ext>
            </a:extLst>
          </p:cNvPr>
          <p:cNvSpPr/>
          <p:nvPr userDrawn="1"/>
        </p:nvSpPr>
        <p:spPr bwMode="gray">
          <a:xfrm flipH="1">
            <a:off x="6068998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499B5C8D-8220-ECFF-5842-980D7A73AA7F}"/>
              </a:ext>
            </a:extLst>
          </p:cNvPr>
          <p:cNvSpPr/>
          <p:nvPr userDrawn="1"/>
        </p:nvSpPr>
        <p:spPr bwMode="gray">
          <a:xfrm flipH="1">
            <a:off x="4904872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391378F5-0742-7702-5825-60F38A982A26}"/>
              </a:ext>
            </a:extLst>
          </p:cNvPr>
          <p:cNvSpPr/>
          <p:nvPr userDrawn="1"/>
        </p:nvSpPr>
        <p:spPr bwMode="gray">
          <a:xfrm flipH="1">
            <a:off x="3740746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97B94D21-EB8B-4D5E-8071-4C5861C3D08A}"/>
              </a:ext>
            </a:extLst>
          </p:cNvPr>
          <p:cNvSpPr/>
          <p:nvPr userDrawn="1"/>
        </p:nvSpPr>
        <p:spPr bwMode="gray">
          <a:xfrm flipH="1">
            <a:off x="1994557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372436B3-3D72-34BF-64FC-C7C440FB9FFD}"/>
              </a:ext>
            </a:extLst>
          </p:cNvPr>
          <p:cNvSpPr/>
          <p:nvPr userDrawn="1"/>
        </p:nvSpPr>
        <p:spPr bwMode="gray">
          <a:xfrm flipH="1">
            <a:off x="54000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C6ACD6D3-DE87-0F6D-6773-D868BD3703D7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4B5CA708-C4AD-8B3B-6339-3FAAC349B357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D8FA2D78-C53A-2247-B443-E122D02B6D41}"/>
              </a:ext>
            </a:extLst>
          </p:cNvPr>
          <p:cNvSpPr/>
          <p:nvPr userDrawn="1"/>
        </p:nvSpPr>
        <p:spPr bwMode="gray">
          <a:xfrm flipH="1">
            <a:off x="1412494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902C4541-A9A6-976B-F755-148298AC4D00}"/>
              </a:ext>
            </a:extLst>
          </p:cNvPr>
          <p:cNvSpPr/>
          <p:nvPr userDrawn="1"/>
        </p:nvSpPr>
        <p:spPr bwMode="gray">
          <a:xfrm flipH="1">
            <a:off x="830431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A705E96D-7C4F-E555-EEFB-BEEB60508ADC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1A6F635B-912F-E11F-B23B-A1ECE56B1CD9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EAB79D3A-30D5-5D55-252A-E7290D106EBF}"/>
              </a:ext>
            </a:extLst>
          </p:cNvPr>
          <p:cNvSpPr/>
          <p:nvPr userDrawn="1"/>
        </p:nvSpPr>
        <p:spPr bwMode="gray">
          <a:xfrm flipH="1">
            <a:off x="7815187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67E004FF-EAC7-B896-A955-446B94707494}"/>
              </a:ext>
            </a:extLst>
          </p:cNvPr>
          <p:cNvSpPr/>
          <p:nvPr userDrawn="1"/>
        </p:nvSpPr>
        <p:spPr bwMode="gray">
          <a:xfrm flipH="1">
            <a:off x="6651061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AA8EE9B6-6BEF-773A-0F5D-A35CE1D14173}"/>
              </a:ext>
            </a:extLst>
          </p:cNvPr>
          <p:cNvSpPr/>
          <p:nvPr userDrawn="1"/>
        </p:nvSpPr>
        <p:spPr bwMode="gray">
          <a:xfrm flipH="1">
            <a:off x="5486935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D3C2BDA6-2FA8-17AF-2CE2-12102D65AD73}"/>
              </a:ext>
            </a:extLst>
          </p:cNvPr>
          <p:cNvSpPr/>
          <p:nvPr userDrawn="1"/>
        </p:nvSpPr>
        <p:spPr bwMode="gray">
          <a:xfrm flipH="1">
            <a:off x="4322809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DC88A18C-3F54-8E78-4986-07D8CC27361D}"/>
              </a:ext>
            </a:extLst>
          </p:cNvPr>
          <p:cNvSpPr/>
          <p:nvPr userDrawn="1"/>
        </p:nvSpPr>
        <p:spPr bwMode="gray">
          <a:xfrm flipH="1">
            <a:off x="315868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C73DCD53-A815-AF99-36B5-3A7ACA8B3838}"/>
              </a:ext>
            </a:extLst>
          </p:cNvPr>
          <p:cNvSpPr/>
          <p:nvPr userDrawn="1"/>
        </p:nvSpPr>
        <p:spPr bwMode="gray">
          <a:xfrm flipH="1">
            <a:off x="2576620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7C0CFB59-0A65-A6A5-DA1E-313708DEE6B0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1F489E5D-9560-4670-021C-E19FF7FFF016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21BA957B-408A-0F77-64A9-54BA6A340594}"/>
              </a:ext>
            </a:extLst>
          </p:cNvPr>
          <p:cNvSpPr/>
          <p:nvPr userDrawn="1"/>
        </p:nvSpPr>
        <p:spPr bwMode="gray">
          <a:xfrm flipH="1">
            <a:off x="7233124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6875E4E2-B3A3-AAC7-8D9E-53B35A993A3E}"/>
              </a:ext>
            </a:extLst>
          </p:cNvPr>
          <p:cNvSpPr/>
          <p:nvPr userDrawn="1"/>
        </p:nvSpPr>
        <p:spPr bwMode="gray">
          <a:xfrm flipH="1">
            <a:off x="6068998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5C196ED4-666A-1CC1-8BDB-9B763EA03447}"/>
              </a:ext>
            </a:extLst>
          </p:cNvPr>
          <p:cNvSpPr/>
          <p:nvPr userDrawn="1"/>
        </p:nvSpPr>
        <p:spPr bwMode="gray">
          <a:xfrm flipH="1">
            <a:off x="4904872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75BE47CD-381A-E1C9-4502-BE9984BC2B8F}"/>
              </a:ext>
            </a:extLst>
          </p:cNvPr>
          <p:cNvSpPr/>
          <p:nvPr userDrawn="1"/>
        </p:nvSpPr>
        <p:spPr bwMode="gray">
          <a:xfrm flipH="1">
            <a:off x="3740746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6ED5946F-9661-B2CF-5807-844006596112}"/>
              </a:ext>
            </a:extLst>
          </p:cNvPr>
          <p:cNvSpPr/>
          <p:nvPr userDrawn="1"/>
        </p:nvSpPr>
        <p:spPr bwMode="gray">
          <a:xfrm flipH="1">
            <a:off x="1994557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7606E259-8830-3802-ADE9-178A50548E20}"/>
              </a:ext>
            </a:extLst>
          </p:cNvPr>
          <p:cNvSpPr/>
          <p:nvPr userDrawn="1"/>
        </p:nvSpPr>
        <p:spPr bwMode="gray">
          <a:xfrm flipH="1">
            <a:off x="1188963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36558612-1D23-3A5B-B7F7-052A03EC05B0}"/>
              </a:ext>
            </a:extLst>
          </p:cNvPr>
          <p:cNvSpPr/>
          <p:nvPr userDrawn="1"/>
        </p:nvSpPr>
        <p:spPr bwMode="gray">
          <a:xfrm flipH="1">
            <a:off x="1188963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6929D128-0BE8-67F4-E002-02D110F8B162}"/>
              </a:ext>
            </a:extLst>
          </p:cNvPr>
          <p:cNvSpPr/>
          <p:nvPr userDrawn="1"/>
        </p:nvSpPr>
        <p:spPr bwMode="gray">
          <a:xfrm flipH="1">
            <a:off x="11889634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1B593550-E9EF-AA1F-A521-6F8EB2421BAF}"/>
              </a:ext>
            </a:extLst>
          </p:cNvPr>
          <p:cNvSpPr/>
          <p:nvPr userDrawn="1"/>
        </p:nvSpPr>
        <p:spPr bwMode="gray">
          <a:xfrm flipH="1">
            <a:off x="11889634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3CF362F1-A925-A360-3EF9-EAFA040A8D92}"/>
              </a:ext>
            </a:extLst>
          </p:cNvPr>
          <p:cNvSpPr/>
          <p:nvPr userDrawn="1"/>
        </p:nvSpPr>
        <p:spPr bwMode="gray">
          <a:xfrm flipH="1">
            <a:off x="11889634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08D4C470-B064-88C0-3905-971EA02B2462}"/>
              </a:ext>
            </a:extLst>
          </p:cNvPr>
          <p:cNvSpPr/>
          <p:nvPr userDrawn="1"/>
        </p:nvSpPr>
        <p:spPr bwMode="gray">
          <a:xfrm flipH="1">
            <a:off x="11889634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F38BCBD3-33CC-F896-8D92-0F8957C9B1B7}"/>
              </a:ext>
            </a:extLst>
          </p:cNvPr>
          <p:cNvSpPr/>
          <p:nvPr userDrawn="1"/>
        </p:nvSpPr>
        <p:spPr bwMode="gray">
          <a:xfrm flipH="1">
            <a:off x="11889634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90D9042C-F438-B6B2-C267-5BF147804946}"/>
              </a:ext>
            </a:extLst>
          </p:cNvPr>
          <p:cNvSpPr/>
          <p:nvPr userDrawn="1"/>
        </p:nvSpPr>
        <p:spPr bwMode="gray">
          <a:xfrm flipH="1">
            <a:off x="11599200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BB40681F-CDD5-4042-18DD-686748AD1378}"/>
              </a:ext>
            </a:extLst>
          </p:cNvPr>
          <p:cNvSpPr/>
          <p:nvPr userDrawn="1"/>
        </p:nvSpPr>
        <p:spPr bwMode="gray">
          <a:xfrm flipH="1">
            <a:off x="11889634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8A6A1097-F59E-873D-DE62-95B749B03FC7}"/>
              </a:ext>
            </a:extLst>
          </p:cNvPr>
          <p:cNvSpPr/>
          <p:nvPr userDrawn="1"/>
        </p:nvSpPr>
        <p:spPr bwMode="gray">
          <a:xfrm flipH="1">
            <a:off x="11889634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9BB807B0-6539-61B2-10EC-3A8E6A65677F}"/>
              </a:ext>
            </a:extLst>
          </p:cNvPr>
          <p:cNvSpPr/>
          <p:nvPr userDrawn="1"/>
        </p:nvSpPr>
        <p:spPr bwMode="gray">
          <a:xfrm flipH="1">
            <a:off x="24836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EBA2208D-6F34-C3DE-F2F8-76736BD08061}"/>
              </a:ext>
            </a:extLst>
          </p:cNvPr>
          <p:cNvSpPr/>
          <p:nvPr userDrawn="1"/>
        </p:nvSpPr>
        <p:spPr bwMode="gray">
          <a:xfrm flipH="1">
            <a:off x="24836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69B49381-1848-8DC0-739B-FB15347C58B3}"/>
              </a:ext>
            </a:extLst>
          </p:cNvPr>
          <p:cNvSpPr/>
          <p:nvPr userDrawn="1"/>
        </p:nvSpPr>
        <p:spPr bwMode="gray">
          <a:xfrm flipH="1">
            <a:off x="248368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ECB292AE-FD1C-E9C0-8FAE-F9C1595BB856}"/>
              </a:ext>
            </a:extLst>
          </p:cNvPr>
          <p:cNvSpPr/>
          <p:nvPr userDrawn="1"/>
        </p:nvSpPr>
        <p:spPr bwMode="gray">
          <a:xfrm flipH="1">
            <a:off x="248368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239E0D78-9C8A-97D6-FE4E-B02914C6C663}"/>
              </a:ext>
            </a:extLst>
          </p:cNvPr>
          <p:cNvSpPr/>
          <p:nvPr userDrawn="1"/>
        </p:nvSpPr>
        <p:spPr bwMode="gray">
          <a:xfrm flipH="1">
            <a:off x="248368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BA1620B3-F959-AE86-954D-E065AF772C91}"/>
              </a:ext>
            </a:extLst>
          </p:cNvPr>
          <p:cNvSpPr/>
          <p:nvPr userDrawn="1"/>
        </p:nvSpPr>
        <p:spPr bwMode="gray">
          <a:xfrm flipH="1">
            <a:off x="248368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43B680BF-92BF-1CB2-C7E5-0B30C57C9A1A}"/>
              </a:ext>
            </a:extLst>
          </p:cNvPr>
          <p:cNvSpPr/>
          <p:nvPr userDrawn="1"/>
        </p:nvSpPr>
        <p:spPr bwMode="gray">
          <a:xfrm flipH="1">
            <a:off x="248368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76FDC35F-CF43-D667-6458-F5E45BBBD358}"/>
              </a:ext>
            </a:extLst>
          </p:cNvPr>
          <p:cNvSpPr/>
          <p:nvPr userDrawn="1"/>
        </p:nvSpPr>
        <p:spPr bwMode="gray">
          <a:xfrm flipH="1">
            <a:off x="248368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6E665A3A-6AE0-4289-9F71-41577D152586}"/>
              </a:ext>
            </a:extLst>
          </p:cNvPr>
          <p:cNvSpPr/>
          <p:nvPr userDrawn="1"/>
        </p:nvSpPr>
        <p:spPr bwMode="gray">
          <a:xfrm flipH="1">
            <a:off x="248368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44A2AF-AA80-5E14-C616-46544654EF45}"/>
              </a:ext>
            </a:extLst>
          </p:cNvPr>
          <p:cNvSpPr/>
          <p:nvPr userDrawn="1"/>
        </p:nvSpPr>
        <p:spPr bwMode="gray">
          <a:xfrm flipV="1">
            <a:off x="1412494" y="1494000"/>
            <a:ext cx="9367007" cy="3864384"/>
          </a:xfrm>
          <a:prstGeom prst="roundRect">
            <a:avLst>
              <a:gd name="adj" fmla="val 50000"/>
            </a:avLst>
          </a:prstGeom>
          <a:noFill/>
          <a:ln w="50800">
            <a:gradFill flip="none" rotWithShape="1">
              <a:gsLst>
                <a:gs pos="5000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  <a:gs pos="0">
                  <a:schemeClr val="accent5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" name="Text Placeholder 141">
            <a:extLst>
              <a:ext uri="{FF2B5EF4-FFF2-40B4-BE49-F238E27FC236}">
                <a16:creationId xmlns:a16="http://schemas.microsoft.com/office/drawing/2014/main" id="{41C49C85-D901-A1E5-9B13-E83FB4A593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8970" y="4234578"/>
            <a:ext cx="5634059" cy="408445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lnSpc>
                <a:spcPct val="114000"/>
              </a:lnSpc>
              <a:buNone/>
              <a:defRPr sz="12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3463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D80D9-EF74-7AA5-95B4-807B4FBBA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CDAD91-7FFE-F8D2-0848-8A017B6E47D5}"/>
              </a:ext>
            </a:extLst>
          </p:cNvPr>
          <p:cNvSpPr/>
          <p:nvPr userDrawn="1"/>
        </p:nvSpPr>
        <p:spPr bwMode="gray">
          <a:xfrm>
            <a:off x="0" y="360000"/>
            <a:ext cx="12192000" cy="6498000"/>
          </a:xfrm>
          <a:prstGeom prst="rect">
            <a:avLst/>
          </a:prstGeom>
          <a:gradFill flip="none" rotWithShape="1">
            <a:gsLst>
              <a:gs pos="2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B46F0-1ABB-215F-B9D1-CE0A4FB3B2E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65BD729-873A-04FA-B184-54120B07371A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4A1D93-366C-5D60-4C53-323985B0CE9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34742A-EEA3-9D0F-DBCA-59506F125221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02C3F62-9971-81DF-A928-A26774E4DBD1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6" name="Graphic 499">
            <a:extLst>
              <a:ext uri="{FF2B5EF4-FFF2-40B4-BE49-F238E27FC236}">
                <a16:creationId xmlns:a16="http://schemas.microsoft.com/office/drawing/2014/main" id="{9D40CE5F-5AC7-5584-7F97-7198B1B9F9A6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7" name="Graphic 499">
            <a:extLst>
              <a:ext uri="{FF2B5EF4-FFF2-40B4-BE49-F238E27FC236}">
                <a16:creationId xmlns:a16="http://schemas.microsoft.com/office/drawing/2014/main" id="{51F11729-A61F-7092-0FDB-2B96ECFEC3AF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8" name="Graphic 499">
            <a:extLst>
              <a:ext uri="{FF2B5EF4-FFF2-40B4-BE49-F238E27FC236}">
                <a16:creationId xmlns:a16="http://schemas.microsoft.com/office/drawing/2014/main" id="{7BCA2DE0-E39C-98FF-286A-5A30A982684A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19" name="Graphic 499">
            <a:extLst>
              <a:ext uri="{FF2B5EF4-FFF2-40B4-BE49-F238E27FC236}">
                <a16:creationId xmlns:a16="http://schemas.microsoft.com/office/drawing/2014/main" id="{2A12BFF5-C7C9-0956-BA90-ED12D0C7A9DD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8" name="Text Placeholder 37">
            <a:extLst>
              <a:ext uri="{FF2B5EF4-FFF2-40B4-BE49-F238E27FC236}">
                <a16:creationId xmlns:a16="http://schemas.microsoft.com/office/drawing/2014/main" id="{176E7CD4-820D-9F69-5750-D463E4F040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76033" y="4666466"/>
            <a:ext cx="3316728" cy="1508105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80000"/>
              </a:lnSpc>
              <a:spcAft>
                <a:spcPts val="0"/>
              </a:spcAft>
              <a:buNone/>
              <a:defRPr sz="12000" spc="-100" baseline="0">
                <a:solidFill>
                  <a:schemeClr val="accent3"/>
                </a:solidFill>
                <a:latin typeface="+mj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5D939EEA-7744-E794-035F-37B49E3E0C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375" y="4738590"/>
            <a:ext cx="6591600" cy="1194173"/>
          </a:xfrm>
        </p:spPr>
        <p:txBody>
          <a:bodyPr anchor="b">
            <a:sp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4800" spc="-100" baseline="0">
                <a:solidFill>
                  <a:schemeClr val="bg1"/>
                </a:solidFill>
                <a:latin typeface="+mn-lt"/>
              </a:defRPr>
            </a:lvl1pPr>
            <a:lvl2pPr indent="0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indent="0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indent="0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indent="0">
              <a:lnSpc>
                <a:spcPct val="100000"/>
              </a:lnSpc>
              <a:spcAft>
                <a:spcPts val="0"/>
              </a:spcAft>
              <a:buNone/>
              <a:defRPr sz="1600"/>
            </a:lvl5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pic>
        <p:nvPicPr>
          <p:cNvPr id="10" name="Picture 9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8D0CC742-2A0E-F21F-4BEA-5F231BE37B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825" y="4140875"/>
            <a:ext cx="1507333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3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4D636D-CC26-4CCA-80AA-7B5F271F37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3417F3D-F31B-6B5F-FE9F-0D64DB9E75F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ABE2522-FDC0-2AAA-2D5A-AF52EE4353C9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B9DC1F-9BB4-C55D-DE56-4548976912D9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094428-38A0-8BFF-FDB2-33A45DBA5B36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348944-DAE3-39C1-C99E-3263E2ACDC38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19" name="Graphic 499">
            <a:extLst>
              <a:ext uri="{FF2B5EF4-FFF2-40B4-BE49-F238E27FC236}">
                <a16:creationId xmlns:a16="http://schemas.microsoft.com/office/drawing/2014/main" id="{86202B74-019A-268D-1FB5-67A17769B6EF}"/>
              </a:ext>
            </a:extLst>
          </p:cNvPr>
          <p:cNvSpPr/>
          <p:nvPr userDrawn="1"/>
        </p:nvSpPr>
        <p:spPr>
          <a:xfrm>
            <a:off x="2700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0" name="Graphic 499">
            <a:extLst>
              <a:ext uri="{FF2B5EF4-FFF2-40B4-BE49-F238E27FC236}">
                <a16:creationId xmlns:a16="http://schemas.microsoft.com/office/drawing/2014/main" id="{A462B586-0B13-9D55-DE90-F0BDE3590D5E}"/>
              </a:ext>
            </a:extLst>
          </p:cNvPr>
          <p:cNvSpPr/>
          <p:nvPr userDrawn="1"/>
        </p:nvSpPr>
        <p:spPr>
          <a:xfrm flipV="1">
            <a:off x="2700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1" name="Graphic 499">
            <a:extLst>
              <a:ext uri="{FF2B5EF4-FFF2-40B4-BE49-F238E27FC236}">
                <a16:creationId xmlns:a16="http://schemas.microsoft.com/office/drawing/2014/main" id="{16AF5BE2-0E66-96C5-EC6D-A1D353AE65AF}"/>
              </a:ext>
            </a:extLst>
          </p:cNvPr>
          <p:cNvSpPr/>
          <p:nvPr userDrawn="1"/>
        </p:nvSpPr>
        <p:spPr>
          <a:xfrm flipH="1">
            <a:off x="11851200" y="270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2" name="Graphic 499">
            <a:extLst>
              <a:ext uri="{FF2B5EF4-FFF2-40B4-BE49-F238E27FC236}">
                <a16:creationId xmlns:a16="http://schemas.microsoft.com/office/drawing/2014/main" id="{7037655C-9E68-9799-787D-3122CDAB891F}"/>
              </a:ext>
            </a:extLst>
          </p:cNvPr>
          <p:cNvSpPr/>
          <p:nvPr userDrawn="1"/>
        </p:nvSpPr>
        <p:spPr>
          <a:xfrm flipH="1" flipV="1">
            <a:off x="11851200" y="6516000"/>
            <a:ext cx="72000" cy="72000"/>
          </a:xfrm>
          <a:custGeom>
            <a:avLst/>
            <a:gdLst>
              <a:gd name="connsiteX0" fmla="*/ 88269 w 90000"/>
              <a:gd name="connsiteY0" fmla="*/ 2596 h 90000"/>
              <a:gd name="connsiteX1" fmla="*/ 88269 w 90000"/>
              <a:gd name="connsiteY1" fmla="*/ 4327 h 90000"/>
              <a:gd name="connsiteX2" fmla="*/ 90000 w 90000"/>
              <a:gd name="connsiteY2" fmla="*/ 4327 h 90000"/>
              <a:gd name="connsiteX3" fmla="*/ 90000 w 90000"/>
              <a:gd name="connsiteY3" fmla="*/ 2596 h 90000"/>
              <a:gd name="connsiteX4" fmla="*/ 88269 w 90000"/>
              <a:gd name="connsiteY4" fmla="*/ 2596 h 90000"/>
              <a:gd name="connsiteX5" fmla="*/ 2596 w 90000"/>
              <a:gd name="connsiteY5" fmla="*/ 88269 h 90000"/>
              <a:gd name="connsiteX6" fmla="*/ 2596 w 90000"/>
              <a:gd name="connsiteY6" fmla="*/ 90000 h 90000"/>
              <a:gd name="connsiteX7" fmla="*/ 4327 w 90000"/>
              <a:gd name="connsiteY7" fmla="*/ 90000 h 90000"/>
              <a:gd name="connsiteX8" fmla="*/ 4327 w 90000"/>
              <a:gd name="connsiteY8" fmla="*/ 88269 h 90000"/>
              <a:gd name="connsiteX9" fmla="*/ 2596 w 90000"/>
              <a:gd name="connsiteY9" fmla="*/ 88269 h 90000"/>
              <a:gd name="connsiteX10" fmla="*/ 1731 w 90000"/>
              <a:gd name="connsiteY10" fmla="*/ 88269 h 90000"/>
              <a:gd name="connsiteX11" fmla="*/ 0 w 90000"/>
              <a:gd name="connsiteY11" fmla="*/ 88269 h 90000"/>
              <a:gd name="connsiteX12" fmla="*/ 0 w 90000"/>
              <a:gd name="connsiteY12" fmla="*/ 90000 h 90000"/>
              <a:gd name="connsiteX13" fmla="*/ 1731 w 90000"/>
              <a:gd name="connsiteY13" fmla="*/ 90000 h 90000"/>
              <a:gd name="connsiteX14" fmla="*/ 1731 w 90000"/>
              <a:gd name="connsiteY14" fmla="*/ 88269 h 90000"/>
              <a:gd name="connsiteX15" fmla="*/ 88269 w 90000"/>
              <a:gd name="connsiteY15" fmla="*/ 1731 h 90000"/>
              <a:gd name="connsiteX16" fmla="*/ 90000 w 90000"/>
              <a:gd name="connsiteY16" fmla="*/ 1731 h 90000"/>
              <a:gd name="connsiteX17" fmla="*/ 90000 w 90000"/>
              <a:gd name="connsiteY17" fmla="*/ 0 h 90000"/>
              <a:gd name="connsiteX18" fmla="*/ 88269 w 90000"/>
              <a:gd name="connsiteY18" fmla="*/ 0 h 90000"/>
              <a:gd name="connsiteX19" fmla="*/ 88269 w 90000"/>
              <a:gd name="connsiteY19" fmla="*/ 1731 h 90000"/>
              <a:gd name="connsiteX20" fmla="*/ 88269 w 90000"/>
              <a:gd name="connsiteY20" fmla="*/ 2596 h 90000"/>
              <a:gd name="connsiteX21" fmla="*/ 88269 w 90000"/>
              <a:gd name="connsiteY21" fmla="*/ 865 h 90000"/>
              <a:gd name="connsiteX22" fmla="*/ 45000 w 90000"/>
              <a:gd name="connsiteY22" fmla="*/ 865 h 90000"/>
              <a:gd name="connsiteX23" fmla="*/ 45000 w 90000"/>
              <a:gd name="connsiteY23" fmla="*/ 2596 h 90000"/>
              <a:gd name="connsiteX24" fmla="*/ 45000 w 90000"/>
              <a:gd name="connsiteY24" fmla="*/ 4327 h 90000"/>
              <a:gd name="connsiteX25" fmla="*/ 88269 w 90000"/>
              <a:gd name="connsiteY25" fmla="*/ 4327 h 90000"/>
              <a:gd name="connsiteX26" fmla="*/ 88269 w 90000"/>
              <a:gd name="connsiteY26" fmla="*/ 2596 h 90000"/>
              <a:gd name="connsiteX27" fmla="*/ 45000 w 90000"/>
              <a:gd name="connsiteY27" fmla="*/ 2596 h 90000"/>
              <a:gd name="connsiteX28" fmla="*/ 45000 w 90000"/>
              <a:gd name="connsiteY28" fmla="*/ 865 h 90000"/>
              <a:gd name="connsiteX29" fmla="*/ 865 w 90000"/>
              <a:gd name="connsiteY29" fmla="*/ 45000 h 90000"/>
              <a:gd name="connsiteX30" fmla="*/ 2596 w 90000"/>
              <a:gd name="connsiteY30" fmla="*/ 45000 h 90000"/>
              <a:gd name="connsiteX31" fmla="*/ 4327 w 90000"/>
              <a:gd name="connsiteY31" fmla="*/ 45000 h 90000"/>
              <a:gd name="connsiteX32" fmla="*/ 45000 w 90000"/>
              <a:gd name="connsiteY32" fmla="*/ 4327 h 90000"/>
              <a:gd name="connsiteX33" fmla="*/ 45000 w 90000"/>
              <a:gd name="connsiteY33" fmla="*/ 2596 h 90000"/>
              <a:gd name="connsiteX34" fmla="*/ 2596 w 90000"/>
              <a:gd name="connsiteY34" fmla="*/ 45000 h 90000"/>
              <a:gd name="connsiteX35" fmla="*/ 865 w 90000"/>
              <a:gd name="connsiteY35" fmla="*/ 45000 h 90000"/>
              <a:gd name="connsiteX36" fmla="*/ 865 w 90000"/>
              <a:gd name="connsiteY36" fmla="*/ 88269 h 90000"/>
              <a:gd name="connsiteX37" fmla="*/ 2596 w 90000"/>
              <a:gd name="connsiteY37" fmla="*/ 88269 h 90000"/>
              <a:gd name="connsiteX38" fmla="*/ 4327 w 90000"/>
              <a:gd name="connsiteY38" fmla="*/ 88269 h 90000"/>
              <a:gd name="connsiteX39" fmla="*/ 4327 w 90000"/>
              <a:gd name="connsiteY39" fmla="*/ 45000 h 90000"/>
              <a:gd name="connsiteX40" fmla="*/ 2596 w 90000"/>
              <a:gd name="connsiteY40" fmla="*/ 45000 h 90000"/>
              <a:gd name="connsiteX41" fmla="*/ 2596 w 90000"/>
              <a:gd name="connsiteY41" fmla="*/ 88269 h 90000"/>
              <a:gd name="connsiteX42" fmla="*/ 2596 w 90000"/>
              <a:gd name="connsiteY42" fmla="*/ 86538 h 90000"/>
              <a:gd name="connsiteX43" fmla="*/ 1731 w 90000"/>
              <a:gd name="connsiteY43" fmla="*/ 86538 h 90000"/>
              <a:gd name="connsiteX44" fmla="*/ 1731 w 90000"/>
              <a:gd name="connsiteY44" fmla="*/ 88269 h 90000"/>
              <a:gd name="connsiteX45" fmla="*/ 1731 w 90000"/>
              <a:gd name="connsiteY45" fmla="*/ 90000 h 90000"/>
              <a:gd name="connsiteX46" fmla="*/ 2596 w 90000"/>
              <a:gd name="connsiteY46" fmla="*/ 90000 h 90000"/>
              <a:gd name="connsiteX47" fmla="*/ 2596 w 90000"/>
              <a:gd name="connsiteY47" fmla="*/ 88269 h 90000"/>
              <a:gd name="connsiteX48" fmla="*/ 1731 w 90000"/>
              <a:gd name="connsiteY48" fmla="*/ 88269 h 90000"/>
              <a:gd name="connsiteX49" fmla="*/ 3462 w 90000"/>
              <a:gd name="connsiteY49" fmla="*/ 88269 h 90000"/>
              <a:gd name="connsiteX50" fmla="*/ 3462 w 90000"/>
              <a:gd name="connsiteY50" fmla="*/ 45000 h 90000"/>
              <a:gd name="connsiteX51" fmla="*/ 1731 w 90000"/>
              <a:gd name="connsiteY51" fmla="*/ 45000 h 90000"/>
              <a:gd name="connsiteX52" fmla="*/ 0 w 90000"/>
              <a:gd name="connsiteY52" fmla="*/ 45000 h 90000"/>
              <a:gd name="connsiteX53" fmla="*/ 0 w 90000"/>
              <a:gd name="connsiteY53" fmla="*/ 88269 h 90000"/>
              <a:gd name="connsiteX54" fmla="*/ 1731 w 90000"/>
              <a:gd name="connsiteY54" fmla="*/ 88269 h 90000"/>
              <a:gd name="connsiteX55" fmla="*/ 1731 w 90000"/>
              <a:gd name="connsiteY55" fmla="*/ 45000 h 90000"/>
              <a:gd name="connsiteX56" fmla="*/ 3462 w 90000"/>
              <a:gd name="connsiteY56" fmla="*/ 45000 h 90000"/>
              <a:gd name="connsiteX57" fmla="*/ 45000 w 90000"/>
              <a:gd name="connsiteY57" fmla="*/ 3462 h 90000"/>
              <a:gd name="connsiteX58" fmla="*/ 45000 w 90000"/>
              <a:gd name="connsiteY58" fmla="*/ 1731 h 90000"/>
              <a:gd name="connsiteX59" fmla="*/ 45000 w 90000"/>
              <a:gd name="connsiteY59" fmla="*/ 0 h 90000"/>
              <a:gd name="connsiteX60" fmla="*/ 0 w 90000"/>
              <a:gd name="connsiteY60" fmla="*/ 45000 h 90000"/>
              <a:gd name="connsiteX61" fmla="*/ 1731 w 90000"/>
              <a:gd name="connsiteY61" fmla="*/ 45000 h 90000"/>
              <a:gd name="connsiteX62" fmla="*/ 45000 w 90000"/>
              <a:gd name="connsiteY62" fmla="*/ 1731 h 90000"/>
              <a:gd name="connsiteX63" fmla="*/ 45000 w 90000"/>
              <a:gd name="connsiteY63" fmla="*/ 3462 h 90000"/>
              <a:gd name="connsiteX64" fmla="*/ 88269 w 90000"/>
              <a:gd name="connsiteY64" fmla="*/ 3462 h 90000"/>
              <a:gd name="connsiteX65" fmla="*/ 88269 w 90000"/>
              <a:gd name="connsiteY65" fmla="*/ 1731 h 90000"/>
              <a:gd name="connsiteX66" fmla="*/ 88269 w 90000"/>
              <a:gd name="connsiteY66" fmla="*/ 0 h 90000"/>
              <a:gd name="connsiteX67" fmla="*/ 45000 w 90000"/>
              <a:gd name="connsiteY67" fmla="*/ 0 h 90000"/>
              <a:gd name="connsiteX68" fmla="*/ 45000 w 90000"/>
              <a:gd name="connsiteY68" fmla="*/ 1731 h 90000"/>
              <a:gd name="connsiteX69" fmla="*/ 88269 w 90000"/>
              <a:gd name="connsiteY69" fmla="*/ 1731 h 90000"/>
              <a:gd name="connsiteX70" fmla="*/ 86538 w 90000"/>
              <a:gd name="connsiteY70" fmla="*/ 1731 h 90000"/>
              <a:gd name="connsiteX71" fmla="*/ 86538 w 90000"/>
              <a:gd name="connsiteY71" fmla="*/ 2596 h 90000"/>
              <a:gd name="connsiteX72" fmla="*/ 88269 w 90000"/>
              <a:gd name="connsiteY72" fmla="*/ 2596 h 90000"/>
              <a:gd name="connsiteX73" fmla="*/ 90000 w 90000"/>
              <a:gd name="connsiteY73" fmla="*/ 2596 h 90000"/>
              <a:gd name="connsiteX74" fmla="*/ 90000 w 90000"/>
              <a:gd name="connsiteY74" fmla="*/ 1731 h 90000"/>
              <a:gd name="connsiteX75" fmla="*/ 88269 w 90000"/>
              <a:gd name="connsiteY75" fmla="*/ 1731 h 9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90000" h="90000">
                <a:moveTo>
                  <a:pt x="88269" y="2596"/>
                </a:moveTo>
                <a:lnTo>
                  <a:pt x="88269" y="4327"/>
                </a:lnTo>
                <a:lnTo>
                  <a:pt x="90000" y="4327"/>
                </a:lnTo>
                <a:lnTo>
                  <a:pt x="90000" y="2596"/>
                </a:lnTo>
                <a:lnTo>
                  <a:pt x="88269" y="2596"/>
                </a:lnTo>
                <a:close/>
                <a:moveTo>
                  <a:pt x="2596" y="88269"/>
                </a:moveTo>
                <a:lnTo>
                  <a:pt x="2596" y="90000"/>
                </a:lnTo>
                <a:lnTo>
                  <a:pt x="4327" y="90000"/>
                </a:lnTo>
                <a:lnTo>
                  <a:pt x="4327" y="88269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0" y="88269"/>
                </a:lnTo>
                <a:lnTo>
                  <a:pt x="0" y="90000"/>
                </a:lnTo>
                <a:lnTo>
                  <a:pt x="1731" y="90000"/>
                </a:lnTo>
                <a:lnTo>
                  <a:pt x="1731" y="88269"/>
                </a:lnTo>
                <a:close/>
                <a:moveTo>
                  <a:pt x="88269" y="1731"/>
                </a:moveTo>
                <a:lnTo>
                  <a:pt x="90000" y="1731"/>
                </a:lnTo>
                <a:lnTo>
                  <a:pt x="90000" y="0"/>
                </a:lnTo>
                <a:lnTo>
                  <a:pt x="88269" y="0"/>
                </a:lnTo>
                <a:lnTo>
                  <a:pt x="88269" y="1731"/>
                </a:lnTo>
                <a:close/>
                <a:moveTo>
                  <a:pt x="88269" y="2596"/>
                </a:moveTo>
                <a:lnTo>
                  <a:pt x="88269" y="865"/>
                </a:lnTo>
                <a:lnTo>
                  <a:pt x="45000" y="865"/>
                </a:lnTo>
                <a:lnTo>
                  <a:pt x="45000" y="2596"/>
                </a:lnTo>
                <a:lnTo>
                  <a:pt x="45000" y="4327"/>
                </a:lnTo>
                <a:lnTo>
                  <a:pt x="88269" y="4327"/>
                </a:lnTo>
                <a:lnTo>
                  <a:pt x="88269" y="2596"/>
                </a:lnTo>
                <a:close/>
                <a:moveTo>
                  <a:pt x="45000" y="2596"/>
                </a:moveTo>
                <a:lnTo>
                  <a:pt x="45000" y="865"/>
                </a:lnTo>
                <a:cubicBezTo>
                  <a:pt x="20625" y="865"/>
                  <a:pt x="865" y="20625"/>
                  <a:pt x="865" y="45000"/>
                </a:cubicBezTo>
                <a:lnTo>
                  <a:pt x="2596" y="45000"/>
                </a:lnTo>
                <a:lnTo>
                  <a:pt x="4327" y="45000"/>
                </a:lnTo>
                <a:cubicBezTo>
                  <a:pt x="4327" y="22537"/>
                  <a:pt x="22537" y="4327"/>
                  <a:pt x="45000" y="4327"/>
                </a:cubicBezTo>
                <a:lnTo>
                  <a:pt x="45000" y="2596"/>
                </a:lnTo>
                <a:close/>
                <a:moveTo>
                  <a:pt x="2596" y="45000"/>
                </a:moveTo>
                <a:lnTo>
                  <a:pt x="865" y="45000"/>
                </a:lnTo>
                <a:lnTo>
                  <a:pt x="865" y="88269"/>
                </a:lnTo>
                <a:lnTo>
                  <a:pt x="2596" y="88269"/>
                </a:lnTo>
                <a:lnTo>
                  <a:pt x="4327" y="88269"/>
                </a:lnTo>
                <a:lnTo>
                  <a:pt x="4327" y="45000"/>
                </a:lnTo>
                <a:lnTo>
                  <a:pt x="2596" y="45000"/>
                </a:lnTo>
                <a:close/>
                <a:moveTo>
                  <a:pt x="2596" y="88269"/>
                </a:moveTo>
                <a:lnTo>
                  <a:pt x="2596" y="86538"/>
                </a:lnTo>
                <a:lnTo>
                  <a:pt x="1731" y="86538"/>
                </a:lnTo>
                <a:lnTo>
                  <a:pt x="1731" y="88269"/>
                </a:lnTo>
                <a:lnTo>
                  <a:pt x="1731" y="90000"/>
                </a:lnTo>
                <a:lnTo>
                  <a:pt x="2596" y="90000"/>
                </a:lnTo>
                <a:lnTo>
                  <a:pt x="2596" y="88269"/>
                </a:lnTo>
                <a:close/>
                <a:moveTo>
                  <a:pt x="1731" y="88269"/>
                </a:moveTo>
                <a:lnTo>
                  <a:pt x="3462" y="88269"/>
                </a:lnTo>
                <a:lnTo>
                  <a:pt x="3462" y="45000"/>
                </a:lnTo>
                <a:lnTo>
                  <a:pt x="1731" y="45000"/>
                </a:lnTo>
                <a:lnTo>
                  <a:pt x="0" y="45000"/>
                </a:lnTo>
                <a:lnTo>
                  <a:pt x="0" y="88269"/>
                </a:lnTo>
                <a:lnTo>
                  <a:pt x="1731" y="88269"/>
                </a:lnTo>
                <a:close/>
                <a:moveTo>
                  <a:pt x="1731" y="45000"/>
                </a:moveTo>
                <a:lnTo>
                  <a:pt x="3462" y="45000"/>
                </a:lnTo>
                <a:cubicBezTo>
                  <a:pt x="3462" y="22059"/>
                  <a:pt x="22059" y="3462"/>
                  <a:pt x="45000" y="3462"/>
                </a:cubicBezTo>
                <a:lnTo>
                  <a:pt x="45000" y="1731"/>
                </a:lnTo>
                <a:lnTo>
                  <a:pt x="45000" y="0"/>
                </a:lnTo>
                <a:cubicBezTo>
                  <a:pt x="20147" y="0"/>
                  <a:pt x="0" y="20147"/>
                  <a:pt x="0" y="45000"/>
                </a:cubicBezTo>
                <a:lnTo>
                  <a:pt x="1731" y="45000"/>
                </a:lnTo>
                <a:close/>
                <a:moveTo>
                  <a:pt x="45000" y="1731"/>
                </a:moveTo>
                <a:lnTo>
                  <a:pt x="45000" y="3462"/>
                </a:lnTo>
                <a:lnTo>
                  <a:pt x="88269" y="3462"/>
                </a:lnTo>
                <a:lnTo>
                  <a:pt x="88269" y="1731"/>
                </a:lnTo>
                <a:lnTo>
                  <a:pt x="88269" y="0"/>
                </a:lnTo>
                <a:lnTo>
                  <a:pt x="45000" y="0"/>
                </a:lnTo>
                <a:lnTo>
                  <a:pt x="45000" y="1731"/>
                </a:lnTo>
                <a:close/>
                <a:moveTo>
                  <a:pt x="88269" y="1731"/>
                </a:moveTo>
                <a:lnTo>
                  <a:pt x="86538" y="1731"/>
                </a:lnTo>
                <a:lnTo>
                  <a:pt x="86538" y="2596"/>
                </a:lnTo>
                <a:lnTo>
                  <a:pt x="88269" y="2596"/>
                </a:lnTo>
                <a:lnTo>
                  <a:pt x="90000" y="2596"/>
                </a:lnTo>
                <a:lnTo>
                  <a:pt x="90000" y="1731"/>
                </a:lnTo>
                <a:lnTo>
                  <a:pt x="88269" y="1731"/>
                </a:lnTo>
                <a:close/>
              </a:path>
            </a:pathLst>
          </a:custGeom>
          <a:noFill/>
          <a:ln w="6350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gnology Sans Medium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6E4388-45A3-6FD4-ADAA-F6762543DDCC}"/>
              </a:ext>
            </a:extLst>
          </p:cNvPr>
          <p:cNvSpPr/>
          <p:nvPr userDrawn="1"/>
        </p:nvSpPr>
        <p:spPr bwMode="gray">
          <a:xfrm flipH="1">
            <a:off x="54000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0EDE12-AD2F-02E4-CA6C-B3ADE54AEF80}"/>
              </a:ext>
            </a:extLst>
          </p:cNvPr>
          <p:cNvSpPr/>
          <p:nvPr userDrawn="1"/>
        </p:nvSpPr>
        <p:spPr bwMode="gray">
          <a:xfrm flipH="1">
            <a:off x="1159920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CDB8BD-09A3-CFBA-64E6-BEB5384A9995}"/>
              </a:ext>
            </a:extLst>
          </p:cNvPr>
          <p:cNvSpPr/>
          <p:nvPr userDrawn="1"/>
        </p:nvSpPr>
        <p:spPr bwMode="gray">
          <a:xfrm flipH="1">
            <a:off x="10435071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28F358-018E-A110-9C85-F32FD8F43CC7}"/>
              </a:ext>
            </a:extLst>
          </p:cNvPr>
          <p:cNvSpPr/>
          <p:nvPr userDrawn="1"/>
        </p:nvSpPr>
        <p:spPr bwMode="gray">
          <a:xfrm flipH="1">
            <a:off x="9270945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99880A-418E-EA7D-B432-D51E6DBBBDC6}"/>
              </a:ext>
            </a:extLst>
          </p:cNvPr>
          <p:cNvSpPr/>
          <p:nvPr userDrawn="1"/>
        </p:nvSpPr>
        <p:spPr bwMode="gray">
          <a:xfrm flipH="1">
            <a:off x="8106819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4AB7CE-666E-8BB7-FBCA-EE2255DF7345}"/>
              </a:ext>
            </a:extLst>
          </p:cNvPr>
          <p:cNvSpPr/>
          <p:nvPr userDrawn="1"/>
        </p:nvSpPr>
        <p:spPr bwMode="gray">
          <a:xfrm flipH="1">
            <a:off x="6942693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21315F-2BA3-C34E-110F-87AF3A3D8A08}"/>
              </a:ext>
            </a:extLst>
          </p:cNvPr>
          <p:cNvSpPr/>
          <p:nvPr userDrawn="1"/>
        </p:nvSpPr>
        <p:spPr bwMode="gray">
          <a:xfrm flipH="1">
            <a:off x="5778567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C852A85-1FA4-8B22-8DDA-FAE8960D79E8}"/>
              </a:ext>
            </a:extLst>
          </p:cNvPr>
          <p:cNvSpPr/>
          <p:nvPr userDrawn="1"/>
        </p:nvSpPr>
        <p:spPr bwMode="gray">
          <a:xfrm flipH="1">
            <a:off x="4614441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186870-D792-48A2-B78B-6199B2C3C5F3}"/>
              </a:ext>
            </a:extLst>
          </p:cNvPr>
          <p:cNvSpPr/>
          <p:nvPr userDrawn="1"/>
        </p:nvSpPr>
        <p:spPr bwMode="gray">
          <a:xfrm flipH="1">
            <a:off x="3450315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C8D4F4-9599-F65C-F1DF-6212E4A4E814}"/>
              </a:ext>
            </a:extLst>
          </p:cNvPr>
          <p:cNvSpPr/>
          <p:nvPr userDrawn="1"/>
        </p:nvSpPr>
        <p:spPr bwMode="gray">
          <a:xfrm flipH="1">
            <a:off x="2868252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D049BA-69E1-4702-93B6-202D938067C0}"/>
              </a:ext>
            </a:extLst>
          </p:cNvPr>
          <p:cNvSpPr/>
          <p:nvPr userDrawn="1"/>
        </p:nvSpPr>
        <p:spPr bwMode="gray">
          <a:xfrm flipH="1">
            <a:off x="9853008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6F5F4D4-40AE-4A6F-0FAB-1C6889B5CFE9}"/>
              </a:ext>
            </a:extLst>
          </p:cNvPr>
          <p:cNvSpPr/>
          <p:nvPr userDrawn="1"/>
        </p:nvSpPr>
        <p:spPr bwMode="gray">
          <a:xfrm flipH="1">
            <a:off x="8688882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670C950-1B72-2E12-93B9-3FE99CA7D90F}"/>
              </a:ext>
            </a:extLst>
          </p:cNvPr>
          <p:cNvSpPr/>
          <p:nvPr userDrawn="1"/>
        </p:nvSpPr>
        <p:spPr bwMode="gray">
          <a:xfrm flipH="1">
            <a:off x="7524756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1D94169-C404-794A-FB45-0D48DA5B660F}"/>
              </a:ext>
            </a:extLst>
          </p:cNvPr>
          <p:cNvSpPr/>
          <p:nvPr userDrawn="1"/>
        </p:nvSpPr>
        <p:spPr bwMode="gray">
          <a:xfrm flipH="1">
            <a:off x="6360630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7E111B-3236-620C-8B7F-E1C777A39B6B}"/>
              </a:ext>
            </a:extLst>
          </p:cNvPr>
          <p:cNvSpPr/>
          <p:nvPr userDrawn="1"/>
        </p:nvSpPr>
        <p:spPr bwMode="gray">
          <a:xfrm flipH="1">
            <a:off x="5196504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4F54A26-35C7-CC70-11C2-BC129845138D}"/>
              </a:ext>
            </a:extLst>
          </p:cNvPr>
          <p:cNvSpPr/>
          <p:nvPr userDrawn="1"/>
        </p:nvSpPr>
        <p:spPr bwMode="gray">
          <a:xfrm flipH="1">
            <a:off x="4032378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3D2B118-A6CD-ADE7-23F2-77ECB37CA184}"/>
              </a:ext>
            </a:extLst>
          </p:cNvPr>
          <p:cNvSpPr/>
          <p:nvPr userDrawn="1"/>
        </p:nvSpPr>
        <p:spPr bwMode="gray">
          <a:xfrm flipH="1">
            <a:off x="1704126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53A882-4669-6F86-A79C-AA5DFBC2817B}"/>
              </a:ext>
            </a:extLst>
          </p:cNvPr>
          <p:cNvSpPr/>
          <p:nvPr userDrawn="1"/>
        </p:nvSpPr>
        <p:spPr bwMode="gray">
          <a:xfrm flipH="1">
            <a:off x="2286189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819D4AC-4D3A-0BBC-8FFA-8E3D941C1B50}"/>
              </a:ext>
            </a:extLst>
          </p:cNvPr>
          <p:cNvSpPr/>
          <p:nvPr userDrawn="1"/>
        </p:nvSpPr>
        <p:spPr bwMode="gray">
          <a:xfrm flipH="1">
            <a:off x="1122063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0712542-892E-A5D6-F7F5-0372C75F36F2}"/>
              </a:ext>
            </a:extLst>
          </p:cNvPr>
          <p:cNvSpPr/>
          <p:nvPr userDrawn="1"/>
        </p:nvSpPr>
        <p:spPr bwMode="gray">
          <a:xfrm flipH="1">
            <a:off x="11017134" y="54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610CB3-3011-C349-FF1B-3F01D5F0CB59}"/>
              </a:ext>
            </a:extLst>
          </p:cNvPr>
          <p:cNvSpPr/>
          <p:nvPr userDrawn="1"/>
        </p:nvSpPr>
        <p:spPr bwMode="gray">
          <a:xfrm flipH="1">
            <a:off x="1130756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7D0FA63-EA49-5344-F771-B0F2C3DBEFCF}"/>
              </a:ext>
            </a:extLst>
          </p:cNvPr>
          <p:cNvSpPr/>
          <p:nvPr userDrawn="1"/>
        </p:nvSpPr>
        <p:spPr bwMode="gray">
          <a:xfrm flipH="1">
            <a:off x="10143439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1DF9706-FCE1-F1B9-C5A1-88271169A906}"/>
              </a:ext>
            </a:extLst>
          </p:cNvPr>
          <p:cNvSpPr/>
          <p:nvPr userDrawn="1"/>
        </p:nvSpPr>
        <p:spPr bwMode="gray">
          <a:xfrm flipH="1">
            <a:off x="141249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1556B6-AC84-C17B-DF8C-B7F493F5E7BC}"/>
              </a:ext>
            </a:extLst>
          </p:cNvPr>
          <p:cNvSpPr/>
          <p:nvPr userDrawn="1"/>
        </p:nvSpPr>
        <p:spPr bwMode="gray">
          <a:xfrm flipH="1">
            <a:off x="830431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A8ED991-17E4-D900-4ABD-288E452D0D5D}"/>
              </a:ext>
            </a:extLst>
          </p:cNvPr>
          <p:cNvSpPr/>
          <p:nvPr userDrawn="1"/>
        </p:nvSpPr>
        <p:spPr bwMode="gray">
          <a:xfrm flipH="1">
            <a:off x="10725502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42C2B6E-2506-0CFD-6F21-1CEEF3588DCA}"/>
              </a:ext>
            </a:extLst>
          </p:cNvPr>
          <p:cNvSpPr/>
          <p:nvPr userDrawn="1"/>
        </p:nvSpPr>
        <p:spPr bwMode="gray">
          <a:xfrm flipH="1">
            <a:off x="8979313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3413F3-3529-076F-8D51-C13A60824A2F}"/>
              </a:ext>
            </a:extLst>
          </p:cNvPr>
          <p:cNvSpPr/>
          <p:nvPr userDrawn="1"/>
        </p:nvSpPr>
        <p:spPr bwMode="gray">
          <a:xfrm flipH="1">
            <a:off x="7815187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F957932-AB81-CCA1-C497-1E82255B4AA5}"/>
              </a:ext>
            </a:extLst>
          </p:cNvPr>
          <p:cNvSpPr/>
          <p:nvPr userDrawn="1"/>
        </p:nvSpPr>
        <p:spPr bwMode="gray">
          <a:xfrm flipH="1">
            <a:off x="6651061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28D6EF4-46B6-847E-198B-FAF41BDDEE0C}"/>
              </a:ext>
            </a:extLst>
          </p:cNvPr>
          <p:cNvSpPr/>
          <p:nvPr userDrawn="1"/>
        </p:nvSpPr>
        <p:spPr bwMode="gray">
          <a:xfrm flipH="1">
            <a:off x="5486935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9007F0-B22A-61B2-07A0-28B2E6B83E3B}"/>
              </a:ext>
            </a:extLst>
          </p:cNvPr>
          <p:cNvSpPr/>
          <p:nvPr userDrawn="1"/>
        </p:nvSpPr>
        <p:spPr bwMode="gray">
          <a:xfrm flipH="1">
            <a:off x="4322809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575BF35-859E-93F9-5965-4D81685B4ABC}"/>
              </a:ext>
            </a:extLst>
          </p:cNvPr>
          <p:cNvSpPr/>
          <p:nvPr userDrawn="1"/>
        </p:nvSpPr>
        <p:spPr bwMode="gray">
          <a:xfrm flipH="1">
            <a:off x="3158683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7A8F7EC-A443-9198-C756-B5BF75A0368E}"/>
              </a:ext>
            </a:extLst>
          </p:cNvPr>
          <p:cNvSpPr/>
          <p:nvPr userDrawn="1"/>
        </p:nvSpPr>
        <p:spPr bwMode="gray">
          <a:xfrm flipH="1">
            <a:off x="2576620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5C6EAE4-74F5-2938-C460-12F670F56C56}"/>
              </a:ext>
            </a:extLst>
          </p:cNvPr>
          <p:cNvSpPr/>
          <p:nvPr userDrawn="1"/>
        </p:nvSpPr>
        <p:spPr bwMode="gray">
          <a:xfrm flipH="1">
            <a:off x="9561376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36E810-EEE0-7474-D7F6-4D93C4DAC276}"/>
              </a:ext>
            </a:extLst>
          </p:cNvPr>
          <p:cNvSpPr/>
          <p:nvPr userDrawn="1"/>
        </p:nvSpPr>
        <p:spPr bwMode="gray">
          <a:xfrm flipH="1">
            <a:off x="8397250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3C23101-AB18-125A-63E2-BE6FA0A3F99E}"/>
              </a:ext>
            </a:extLst>
          </p:cNvPr>
          <p:cNvSpPr/>
          <p:nvPr userDrawn="1"/>
        </p:nvSpPr>
        <p:spPr bwMode="gray">
          <a:xfrm flipH="1">
            <a:off x="723312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75B0AEA-DD47-8B38-7F54-82432BFB9570}"/>
              </a:ext>
            </a:extLst>
          </p:cNvPr>
          <p:cNvSpPr/>
          <p:nvPr userDrawn="1"/>
        </p:nvSpPr>
        <p:spPr bwMode="gray">
          <a:xfrm flipH="1">
            <a:off x="606899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949A36-3E44-6CBD-2E91-98EFCEB4B904}"/>
              </a:ext>
            </a:extLst>
          </p:cNvPr>
          <p:cNvSpPr/>
          <p:nvPr userDrawn="1"/>
        </p:nvSpPr>
        <p:spPr bwMode="gray">
          <a:xfrm flipH="1">
            <a:off x="4904872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B2F1FB6-4076-9C8A-991B-9E5B0042755A}"/>
              </a:ext>
            </a:extLst>
          </p:cNvPr>
          <p:cNvSpPr/>
          <p:nvPr userDrawn="1"/>
        </p:nvSpPr>
        <p:spPr bwMode="gray">
          <a:xfrm flipH="1">
            <a:off x="3740746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30A11B6-0AB5-CB64-9F88-E945DC3D590F}"/>
              </a:ext>
            </a:extLst>
          </p:cNvPr>
          <p:cNvSpPr/>
          <p:nvPr userDrawn="1"/>
        </p:nvSpPr>
        <p:spPr bwMode="gray">
          <a:xfrm flipH="1">
            <a:off x="1994557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03641C8-D547-2559-510A-544295E8C3A9}"/>
              </a:ext>
            </a:extLst>
          </p:cNvPr>
          <p:cNvSpPr/>
          <p:nvPr userDrawn="1"/>
        </p:nvSpPr>
        <p:spPr bwMode="gray">
          <a:xfrm flipH="1">
            <a:off x="54000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C6E8C3F-40BA-657F-05FF-956924548846}"/>
              </a:ext>
            </a:extLst>
          </p:cNvPr>
          <p:cNvSpPr/>
          <p:nvPr userDrawn="1"/>
        </p:nvSpPr>
        <p:spPr bwMode="gray">
          <a:xfrm flipH="1">
            <a:off x="1159920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0B071EA-CC58-1BC7-5DE6-BD270D0F72B6}"/>
              </a:ext>
            </a:extLst>
          </p:cNvPr>
          <p:cNvSpPr/>
          <p:nvPr userDrawn="1"/>
        </p:nvSpPr>
        <p:spPr bwMode="gray">
          <a:xfrm flipH="1">
            <a:off x="10435071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2C414C9-13D3-D435-F13E-32CD1529F09B}"/>
              </a:ext>
            </a:extLst>
          </p:cNvPr>
          <p:cNvSpPr/>
          <p:nvPr userDrawn="1"/>
        </p:nvSpPr>
        <p:spPr bwMode="gray">
          <a:xfrm flipH="1">
            <a:off x="9270945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D6EC537-14B2-4E70-2584-5C8BF38A2DF7}"/>
              </a:ext>
            </a:extLst>
          </p:cNvPr>
          <p:cNvSpPr/>
          <p:nvPr userDrawn="1"/>
        </p:nvSpPr>
        <p:spPr bwMode="gray">
          <a:xfrm flipH="1">
            <a:off x="8106819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7B25AC1-09CF-84B2-A918-FED0B5733524}"/>
              </a:ext>
            </a:extLst>
          </p:cNvPr>
          <p:cNvSpPr/>
          <p:nvPr userDrawn="1"/>
        </p:nvSpPr>
        <p:spPr bwMode="gray">
          <a:xfrm flipH="1">
            <a:off x="6942693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EC375A61-3CF8-CB19-3459-616427F17ED4}"/>
              </a:ext>
            </a:extLst>
          </p:cNvPr>
          <p:cNvSpPr/>
          <p:nvPr userDrawn="1"/>
        </p:nvSpPr>
        <p:spPr bwMode="gray">
          <a:xfrm flipH="1">
            <a:off x="5778567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92E385E-C138-27E6-C685-0B6D7F9E5206}"/>
              </a:ext>
            </a:extLst>
          </p:cNvPr>
          <p:cNvSpPr/>
          <p:nvPr userDrawn="1"/>
        </p:nvSpPr>
        <p:spPr bwMode="gray">
          <a:xfrm flipH="1">
            <a:off x="4614441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004135D-A526-3327-4560-76711EA8275B}"/>
              </a:ext>
            </a:extLst>
          </p:cNvPr>
          <p:cNvSpPr/>
          <p:nvPr userDrawn="1"/>
        </p:nvSpPr>
        <p:spPr bwMode="gray">
          <a:xfrm flipH="1">
            <a:off x="3450315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0870191-E30B-4659-B8E2-2E46CF3167EE}"/>
              </a:ext>
            </a:extLst>
          </p:cNvPr>
          <p:cNvSpPr/>
          <p:nvPr userDrawn="1"/>
        </p:nvSpPr>
        <p:spPr bwMode="gray">
          <a:xfrm flipH="1">
            <a:off x="2868252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5C1B45A4-029D-8DE8-6F10-6CF36E72F281}"/>
              </a:ext>
            </a:extLst>
          </p:cNvPr>
          <p:cNvSpPr/>
          <p:nvPr userDrawn="1"/>
        </p:nvSpPr>
        <p:spPr bwMode="gray">
          <a:xfrm flipH="1">
            <a:off x="9853008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C56F141-6A62-74FF-3ACA-62B84DE56F33}"/>
              </a:ext>
            </a:extLst>
          </p:cNvPr>
          <p:cNvSpPr/>
          <p:nvPr userDrawn="1"/>
        </p:nvSpPr>
        <p:spPr bwMode="gray">
          <a:xfrm flipH="1">
            <a:off x="8688882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719BF0D-9637-D76B-B14C-7B3B01A90DB4}"/>
              </a:ext>
            </a:extLst>
          </p:cNvPr>
          <p:cNvSpPr/>
          <p:nvPr userDrawn="1"/>
        </p:nvSpPr>
        <p:spPr bwMode="gray">
          <a:xfrm flipH="1">
            <a:off x="7524756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930D9AB-99CD-3448-2577-A1654323B2C2}"/>
              </a:ext>
            </a:extLst>
          </p:cNvPr>
          <p:cNvSpPr/>
          <p:nvPr userDrawn="1"/>
        </p:nvSpPr>
        <p:spPr bwMode="gray">
          <a:xfrm flipH="1">
            <a:off x="6360630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E237AEE-2DFA-A652-D03F-909314D699DC}"/>
              </a:ext>
            </a:extLst>
          </p:cNvPr>
          <p:cNvSpPr/>
          <p:nvPr userDrawn="1"/>
        </p:nvSpPr>
        <p:spPr bwMode="gray">
          <a:xfrm flipH="1">
            <a:off x="5196504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1C771EB-3799-204C-BA12-8A4724D31ED2}"/>
              </a:ext>
            </a:extLst>
          </p:cNvPr>
          <p:cNvSpPr/>
          <p:nvPr userDrawn="1"/>
        </p:nvSpPr>
        <p:spPr bwMode="gray">
          <a:xfrm flipH="1">
            <a:off x="4032378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4530CB57-C506-AC1E-74B2-C17ED6D4ACFB}"/>
              </a:ext>
            </a:extLst>
          </p:cNvPr>
          <p:cNvSpPr/>
          <p:nvPr userDrawn="1"/>
        </p:nvSpPr>
        <p:spPr bwMode="gray">
          <a:xfrm flipH="1">
            <a:off x="1704126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78D22ECB-0950-31BC-44FB-DC7B81B9FB9D}"/>
              </a:ext>
            </a:extLst>
          </p:cNvPr>
          <p:cNvSpPr/>
          <p:nvPr userDrawn="1"/>
        </p:nvSpPr>
        <p:spPr bwMode="gray">
          <a:xfrm flipH="1">
            <a:off x="2286189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B00C9CE8-B3F5-D609-5017-14F101448B1E}"/>
              </a:ext>
            </a:extLst>
          </p:cNvPr>
          <p:cNvSpPr/>
          <p:nvPr userDrawn="1"/>
        </p:nvSpPr>
        <p:spPr bwMode="gray">
          <a:xfrm flipH="1">
            <a:off x="1122063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82A0A2D-DD0F-B29C-984E-D11871901C10}"/>
              </a:ext>
            </a:extLst>
          </p:cNvPr>
          <p:cNvSpPr/>
          <p:nvPr userDrawn="1"/>
        </p:nvSpPr>
        <p:spPr bwMode="gray">
          <a:xfrm flipH="1">
            <a:off x="11017134" y="117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A9C1183-12BD-DDE6-C4C5-8BAB47F507B1}"/>
              </a:ext>
            </a:extLst>
          </p:cNvPr>
          <p:cNvSpPr/>
          <p:nvPr userDrawn="1"/>
        </p:nvSpPr>
        <p:spPr bwMode="gray">
          <a:xfrm flipH="1">
            <a:off x="1130756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4840209F-455E-A710-B101-B67828B2B0AB}"/>
              </a:ext>
            </a:extLst>
          </p:cNvPr>
          <p:cNvSpPr/>
          <p:nvPr userDrawn="1"/>
        </p:nvSpPr>
        <p:spPr bwMode="gray">
          <a:xfrm flipH="1">
            <a:off x="10143439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B12B66C-286D-C143-45AB-779A03C86A2F}"/>
              </a:ext>
            </a:extLst>
          </p:cNvPr>
          <p:cNvSpPr/>
          <p:nvPr userDrawn="1"/>
        </p:nvSpPr>
        <p:spPr bwMode="gray">
          <a:xfrm flipH="1">
            <a:off x="141249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C938D9BB-76FA-DACE-0951-818CBD85CB44}"/>
              </a:ext>
            </a:extLst>
          </p:cNvPr>
          <p:cNvSpPr/>
          <p:nvPr userDrawn="1"/>
        </p:nvSpPr>
        <p:spPr bwMode="gray">
          <a:xfrm flipH="1">
            <a:off x="830431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7E2779-6BA2-9506-849E-2C863271E459}"/>
              </a:ext>
            </a:extLst>
          </p:cNvPr>
          <p:cNvSpPr/>
          <p:nvPr userDrawn="1"/>
        </p:nvSpPr>
        <p:spPr bwMode="gray">
          <a:xfrm flipH="1">
            <a:off x="10725502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52CA549-D924-C915-3765-8734C855CC92}"/>
              </a:ext>
            </a:extLst>
          </p:cNvPr>
          <p:cNvSpPr/>
          <p:nvPr userDrawn="1"/>
        </p:nvSpPr>
        <p:spPr bwMode="gray">
          <a:xfrm flipH="1">
            <a:off x="8979313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293EAC58-8069-1511-4B07-B3E3E6FEB4E3}"/>
              </a:ext>
            </a:extLst>
          </p:cNvPr>
          <p:cNvSpPr/>
          <p:nvPr userDrawn="1"/>
        </p:nvSpPr>
        <p:spPr bwMode="gray">
          <a:xfrm flipH="1">
            <a:off x="7815187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67B999E5-D89D-62CF-81DF-43609BD6EC77}"/>
              </a:ext>
            </a:extLst>
          </p:cNvPr>
          <p:cNvSpPr/>
          <p:nvPr userDrawn="1"/>
        </p:nvSpPr>
        <p:spPr bwMode="gray">
          <a:xfrm flipH="1">
            <a:off x="6651061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80053D9-FB81-0C84-8AE6-98397AF53504}"/>
              </a:ext>
            </a:extLst>
          </p:cNvPr>
          <p:cNvSpPr/>
          <p:nvPr userDrawn="1"/>
        </p:nvSpPr>
        <p:spPr bwMode="gray">
          <a:xfrm flipH="1">
            <a:off x="5486935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1B3A374-A60D-1990-66E1-4A8280CDFDD9}"/>
              </a:ext>
            </a:extLst>
          </p:cNvPr>
          <p:cNvSpPr/>
          <p:nvPr userDrawn="1"/>
        </p:nvSpPr>
        <p:spPr bwMode="gray">
          <a:xfrm flipH="1">
            <a:off x="4322809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E749B50B-8684-4361-6D22-D81A5E757EC6}"/>
              </a:ext>
            </a:extLst>
          </p:cNvPr>
          <p:cNvSpPr/>
          <p:nvPr userDrawn="1"/>
        </p:nvSpPr>
        <p:spPr bwMode="gray">
          <a:xfrm flipH="1">
            <a:off x="3158683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3977E45-1DB7-4A82-A906-6E3FDC4E75F7}"/>
              </a:ext>
            </a:extLst>
          </p:cNvPr>
          <p:cNvSpPr/>
          <p:nvPr userDrawn="1"/>
        </p:nvSpPr>
        <p:spPr bwMode="gray">
          <a:xfrm flipH="1">
            <a:off x="2576620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ADAF1D4-249B-2606-BEFE-A529E66D07D3}"/>
              </a:ext>
            </a:extLst>
          </p:cNvPr>
          <p:cNvSpPr/>
          <p:nvPr userDrawn="1"/>
        </p:nvSpPr>
        <p:spPr bwMode="gray">
          <a:xfrm flipH="1">
            <a:off x="9561376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7B97F504-7928-248B-683F-ED52484850E1}"/>
              </a:ext>
            </a:extLst>
          </p:cNvPr>
          <p:cNvSpPr/>
          <p:nvPr userDrawn="1"/>
        </p:nvSpPr>
        <p:spPr bwMode="gray">
          <a:xfrm flipH="1">
            <a:off x="8397250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249B5358-CC1F-D163-0D84-E468942796C8}"/>
              </a:ext>
            </a:extLst>
          </p:cNvPr>
          <p:cNvSpPr/>
          <p:nvPr userDrawn="1"/>
        </p:nvSpPr>
        <p:spPr bwMode="gray">
          <a:xfrm flipH="1">
            <a:off x="723312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33039F2-FB4B-F380-9E7B-6DF060A67413}"/>
              </a:ext>
            </a:extLst>
          </p:cNvPr>
          <p:cNvSpPr/>
          <p:nvPr userDrawn="1"/>
        </p:nvSpPr>
        <p:spPr bwMode="gray">
          <a:xfrm flipH="1">
            <a:off x="606899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EB61A2F-5474-1B02-46DE-4971710E9CF9}"/>
              </a:ext>
            </a:extLst>
          </p:cNvPr>
          <p:cNvSpPr/>
          <p:nvPr userDrawn="1"/>
        </p:nvSpPr>
        <p:spPr bwMode="gray">
          <a:xfrm flipH="1">
            <a:off x="4904872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8543A37-7A5E-0371-EF74-20D8E66E20DA}"/>
              </a:ext>
            </a:extLst>
          </p:cNvPr>
          <p:cNvSpPr/>
          <p:nvPr userDrawn="1"/>
        </p:nvSpPr>
        <p:spPr bwMode="gray">
          <a:xfrm flipH="1">
            <a:off x="3740746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408B92CA-9C54-0C11-43B8-99573D5C51F0}"/>
              </a:ext>
            </a:extLst>
          </p:cNvPr>
          <p:cNvSpPr/>
          <p:nvPr userDrawn="1"/>
        </p:nvSpPr>
        <p:spPr bwMode="gray">
          <a:xfrm flipH="1">
            <a:off x="1994557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5972DF49-C9F5-EA46-F24B-AA7EF49F2C5A}"/>
              </a:ext>
            </a:extLst>
          </p:cNvPr>
          <p:cNvSpPr/>
          <p:nvPr userDrawn="1"/>
        </p:nvSpPr>
        <p:spPr bwMode="gray">
          <a:xfrm flipH="1">
            <a:off x="1159920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9C2F5049-6E44-8BD8-AF51-B660BFA78963}"/>
              </a:ext>
            </a:extLst>
          </p:cNvPr>
          <p:cNvSpPr/>
          <p:nvPr userDrawn="1"/>
        </p:nvSpPr>
        <p:spPr bwMode="gray">
          <a:xfrm flipH="1">
            <a:off x="10435071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4DF2752F-F2AF-9F2D-FFAB-E22AC808DF59}"/>
              </a:ext>
            </a:extLst>
          </p:cNvPr>
          <p:cNvSpPr/>
          <p:nvPr userDrawn="1"/>
        </p:nvSpPr>
        <p:spPr bwMode="gray">
          <a:xfrm flipH="1">
            <a:off x="927094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9E987D2-B005-FFDC-9DE9-29333905E84C}"/>
              </a:ext>
            </a:extLst>
          </p:cNvPr>
          <p:cNvSpPr/>
          <p:nvPr userDrawn="1"/>
        </p:nvSpPr>
        <p:spPr bwMode="gray">
          <a:xfrm flipH="1">
            <a:off x="8106819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486C3A2A-79D4-4336-04A9-A39A8CA7111D}"/>
              </a:ext>
            </a:extLst>
          </p:cNvPr>
          <p:cNvSpPr/>
          <p:nvPr userDrawn="1"/>
        </p:nvSpPr>
        <p:spPr bwMode="gray">
          <a:xfrm flipH="1">
            <a:off x="6942693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BEA8D548-9F9A-1041-1ED7-03A8EA215ADB}"/>
              </a:ext>
            </a:extLst>
          </p:cNvPr>
          <p:cNvSpPr/>
          <p:nvPr userDrawn="1"/>
        </p:nvSpPr>
        <p:spPr bwMode="gray">
          <a:xfrm flipH="1">
            <a:off x="5778567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40E4CE26-04B7-D371-9138-792286E967D1}"/>
              </a:ext>
            </a:extLst>
          </p:cNvPr>
          <p:cNvSpPr/>
          <p:nvPr userDrawn="1"/>
        </p:nvSpPr>
        <p:spPr bwMode="gray">
          <a:xfrm flipH="1">
            <a:off x="4614441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278BCE18-998A-2A73-526E-E85D0FE3A762}"/>
              </a:ext>
            </a:extLst>
          </p:cNvPr>
          <p:cNvSpPr/>
          <p:nvPr userDrawn="1"/>
        </p:nvSpPr>
        <p:spPr bwMode="gray">
          <a:xfrm flipH="1">
            <a:off x="3450315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ED185498-BF80-DB32-87DF-B6579511E7BC}"/>
              </a:ext>
            </a:extLst>
          </p:cNvPr>
          <p:cNvSpPr/>
          <p:nvPr userDrawn="1"/>
        </p:nvSpPr>
        <p:spPr bwMode="gray">
          <a:xfrm flipH="1">
            <a:off x="2868252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1A7B565-31B3-FCB4-3B57-A2F4E8002955}"/>
              </a:ext>
            </a:extLst>
          </p:cNvPr>
          <p:cNvSpPr/>
          <p:nvPr userDrawn="1"/>
        </p:nvSpPr>
        <p:spPr bwMode="gray">
          <a:xfrm flipH="1">
            <a:off x="9853008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3186B5F4-C064-C1F7-CE0A-FB4D6343E79C}"/>
              </a:ext>
            </a:extLst>
          </p:cNvPr>
          <p:cNvSpPr/>
          <p:nvPr userDrawn="1"/>
        </p:nvSpPr>
        <p:spPr bwMode="gray">
          <a:xfrm flipH="1">
            <a:off x="8688882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D9F4E0A-A0A1-12A0-85DC-63A69053D6CB}"/>
              </a:ext>
            </a:extLst>
          </p:cNvPr>
          <p:cNvSpPr/>
          <p:nvPr userDrawn="1"/>
        </p:nvSpPr>
        <p:spPr bwMode="gray">
          <a:xfrm flipH="1">
            <a:off x="7524756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1EFC0BA-86AA-8AEA-C48E-4833593ECE9B}"/>
              </a:ext>
            </a:extLst>
          </p:cNvPr>
          <p:cNvSpPr/>
          <p:nvPr userDrawn="1"/>
        </p:nvSpPr>
        <p:spPr bwMode="gray">
          <a:xfrm flipH="1">
            <a:off x="636063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7E96D23-0DF1-F740-4207-1281107A9623}"/>
              </a:ext>
            </a:extLst>
          </p:cNvPr>
          <p:cNvSpPr/>
          <p:nvPr userDrawn="1"/>
        </p:nvSpPr>
        <p:spPr bwMode="gray">
          <a:xfrm flipH="1">
            <a:off x="5196504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6EEC43CD-5C09-A05F-97C8-7DC4B7716E56}"/>
              </a:ext>
            </a:extLst>
          </p:cNvPr>
          <p:cNvSpPr/>
          <p:nvPr userDrawn="1"/>
        </p:nvSpPr>
        <p:spPr bwMode="gray">
          <a:xfrm flipH="1">
            <a:off x="4032378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2792C58-D462-2C89-42F3-7F8A3BDE0B05}"/>
              </a:ext>
            </a:extLst>
          </p:cNvPr>
          <p:cNvSpPr/>
          <p:nvPr userDrawn="1"/>
        </p:nvSpPr>
        <p:spPr bwMode="gray">
          <a:xfrm flipH="1">
            <a:off x="1704126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D3D340A-0302-2ACA-CAB5-7DB4B2A477F3}"/>
              </a:ext>
            </a:extLst>
          </p:cNvPr>
          <p:cNvSpPr/>
          <p:nvPr userDrawn="1"/>
        </p:nvSpPr>
        <p:spPr bwMode="gray">
          <a:xfrm flipH="1">
            <a:off x="2286189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02D3201-D82B-DFDC-FAEE-751D36B24696}"/>
              </a:ext>
            </a:extLst>
          </p:cNvPr>
          <p:cNvSpPr/>
          <p:nvPr userDrawn="1"/>
        </p:nvSpPr>
        <p:spPr bwMode="gray">
          <a:xfrm flipH="1">
            <a:off x="1122063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D61CAECE-4D29-24DC-143A-B88444E4FB85}"/>
              </a:ext>
            </a:extLst>
          </p:cNvPr>
          <p:cNvSpPr/>
          <p:nvPr userDrawn="1"/>
        </p:nvSpPr>
        <p:spPr bwMode="gray">
          <a:xfrm flipH="1">
            <a:off x="11017134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ADF0CE14-2560-996D-3460-7DC1E4706D96}"/>
              </a:ext>
            </a:extLst>
          </p:cNvPr>
          <p:cNvSpPr/>
          <p:nvPr userDrawn="1"/>
        </p:nvSpPr>
        <p:spPr bwMode="gray">
          <a:xfrm flipH="1">
            <a:off x="11307568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8F8E43A8-882C-D593-D998-BF3C74A4D3CE}"/>
              </a:ext>
            </a:extLst>
          </p:cNvPr>
          <p:cNvSpPr/>
          <p:nvPr userDrawn="1"/>
        </p:nvSpPr>
        <p:spPr bwMode="gray">
          <a:xfrm flipH="1">
            <a:off x="1412494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72FC8A3-CB39-445F-F54E-AB5FB3A09A43}"/>
              </a:ext>
            </a:extLst>
          </p:cNvPr>
          <p:cNvSpPr/>
          <p:nvPr userDrawn="1"/>
        </p:nvSpPr>
        <p:spPr bwMode="gray">
          <a:xfrm flipH="1">
            <a:off x="830431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8CF45FBF-2713-597D-E950-99D719088F2B}"/>
              </a:ext>
            </a:extLst>
          </p:cNvPr>
          <p:cNvSpPr/>
          <p:nvPr userDrawn="1"/>
        </p:nvSpPr>
        <p:spPr bwMode="gray">
          <a:xfrm flipH="1">
            <a:off x="10725502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32EF358-14F6-3E31-9EA9-21266348D8D8}"/>
              </a:ext>
            </a:extLst>
          </p:cNvPr>
          <p:cNvSpPr/>
          <p:nvPr userDrawn="1"/>
        </p:nvSpPr>
        <p:spPr bwMode="gray">
          <a:xfrm flipH="1">
            <a:off x="540000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9392421-AB10-32F2-280B-BFCBD5F751D3}"/>
              </a:ext>
            </a:extLst>
          </p:cNvPr>
          <p:cNvSpPr/>
          <p:nvPr userDrawn="1"/>
        </p:nvSpPr>
        <p:spPr bwMode="gray">
          <a:xfrm flipH="1">
            <a:off x="11599200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51946DE0-C541-C1B1-1961-8F131FFD2F27}"/>
              </a:ext>
            </a:extLst>
          </p:cNvPr>
          <p:cNvSpPr/>
          <p:nvPr userDrawn="1"/>
        </p:nvSpPr>
        <p:spPr bwMode="gray">
          <a:xfrm flipH="1">
            <a:off x="1122063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F6943DB7-8F56-0F10-0232-0E272225C5DF}"/>
              </a:ext>
            </a:extLst>
          </p:cNvPr>
          <p:cNvSpPr/>
          <p:nvPr userDrawn="1"/>
        </p:nvSpPr>
        <p:spPr bwMode="gray">
          <a:xfrm flipH="1">
            <a:off x="11017134" y="244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192A638A-91E3-08E7-14AC-9B43CE422680}"/>
              </a:ext>
            </a:extLst>
          </p:cNvPr>
          <p:cNvSpPr/>
          <p:nvPr userDrawn="1"/>
        </p:nvSpPr>
        <p:spPr bwMode="gray">
          <a:xfrm flipH="1">
            <a:off x="11307568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3F249627-BE98-2B13-AF7B-8EC4F69B7560}"/>
              </a:ext>
            </a:extLst>
          </p:cNvPr>
          <p:cNvSpPr/>
          <p:nvPr userDrawn="1"/>
        </p:nvSpPr>
        <p:spPr bwMode="gray">
          <a:xfrm flipH="1">
            <a:off x="830431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4D56E3D0-9D5B-651E-FFB5-5069D9398811}"/>
              </a:ext>
            </a:extLst>
          </p:cNvPr>
          <p:cNvSpPr/>
          <p:nvPr userDrawn="1"/>
        </p:nvSpPr>
        <p:spPr bwMode="gray">
          <a:xfrm flipH="1">
            <a:off x="540000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703E5E8-40E0-505A-5BD7-4D3DA62053A5}"/>
              </a:ext>
            </a:extLst>
          </p:cNvPr>
          <p:cNvSpPr/>
          <p:nvPr userDrawn="1"/>
        </p:nvSpPr>
        <p:spPr bwMode="gray">
          <a:xfrm flipH="1">
            <a:off x="11599200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9954D8C4-DA8F-42ED-84EA-57CF86898204}"/>
              </a:ext>
            </a:extLst>
          </p:cNvPr>
          <p:cNvSpPr/>
          <p:nvPr userDrawn="1"/>
        </p:nvSpPr>
        <p:spPr bwMode="gray">
          <a:xfrm flipH="1">
            <a:off x="1122063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A409E4B0-6913-43EE-A5E7-302E20662895}"/>
              </a:ext>
            </a:extLst>
          </p:cNvPr>
          <p:cNvSpPr/>
          <p:nvPr userDrawn="1"/>
        </p:nvSpPr>
        <p:spPr bwMode="gray">
          <a:xfrm flipH="1">
            <a:off x="11017134" y="308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12375E2D-F7F7-8FC0-431B-F7E4515DF43C}"/>
              </a:ext>
            </a:extLst>
          </p:cNvPr>
          <p:cNvSpPr/>
          <p:nvPr userDrawn="1"/>
        </p:nvSpPr>
        <p:spPr bwMode="gray">
          <a:xfrm flipH="1">
            <a:off x="11307568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D823F6F6-EAE8-118F-06D0-FDE1B33F3585}"/>
              </a:ext>
            </a:extLst>
          </p:cNvPr>
          <p:cNvSpPr/>
          <p:nvPr userDrawn="1"/>
        </p:nvSpPr>
        <p:spPr bwMode="gray">
          <a:xfrm flipH="1">
            <a:off x="830431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15F61459-02E4-936D-0652-3BFF30095BC0}"/>
              </a:ext>
            </a:extLst>
          </p:cNvPr>
          <p:cNvSpPr/>
          <p:nvPr userDrawn="1"/>
        </p:nvSpPr>
        <p:spPr bwMode="gray">
          <a:xfrm flipH="1">
            <a:off x="540000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A47D34E2-9F87-0C26-478F-9748C1714ECB}"/>
              </a:ext>
            </a:extLst>
          </p:cNvPr>
          <p:cNvSpPr/>
          <p:nvPr userDrawn="1"/>
        </p:nvSpPr>
        <p:spPr bwMode="gray">
          <a:xfrm flipH="1">
            <a:off x="11599200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E79A1A81-5A14-904A-E7BC-C88F53DDC3F5}"/>
              </a:ext>
            </a:extLst>
          </p:cNvPr>
          <p:cNvSpPr/>
          <p:nvPr userDrawn="1"/>
        </p:nvSpPr>
        <p:spPr bwMode="gray">
          <a:xfrm flipH="1">
            <a:off x="1122063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36823EB8-1EA2-A467-9AA9-7BB2626E37C9}"/>
              </a:ext>
            </a:extLst>
          </p:cNvPr>
          <p:cNvSpPr/>
          <p:nvPr userDrawn="1"/>
        </p:nvSpPr>
        <p:spPr bwMode="gray">
          <a:xfrm flipH="1">
            <a:off x="11017134" y="372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05A54384-34EC-B6FC-E5E7-C199D8D3BACF}"/>
              </a:ext>
            </a:extLst>
          </p:cNvPr>
          <p:cNvSpPr/>
          <p:nvPr userDrawn="1"/>
        </p:nvSpPr>
        <p:spPr bwMode="gray">
          <a:xfrm flipH="1">
            <a:off x="11307568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16BE45E0-F326-387D-1878-8F620EA427ED}"/>
              </a:ext>
            </a:extLst>
          </p:cNvPr>
          <p:cNvSpPr/>
          <p:nvPr userDrawn="1"/>
        </p:nvSpPr>
        <p:spPr bwMode="gray">
          <a:xfrm flipH="1">
            <a:off x="830431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91CF70AF-B665-78F3-B669-94AA76033848}"/>
              </a:ext>
            </a:extLst>
          </p:cNvPr>
          <p:cNvSpPr/>
          <p:nvPr userDrawn="1"/>
        </p:nvSpPr>
        <p:spPr bwMode="gray">
          <a:xfrm flipH="1">
            <a:off x="540000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3B857B9B-2E6F-31CE-2DE5-F4E210057D09}"/>
              </a:ext>
            </a:extLst>
          </p:cNvPr>
          <p:cNvSpPr/>
          <p:nvPr userDrawn="1"/>
        </p:nvSpPr>
        <p:spPr bwMode="gray">
          <a:xfrm flipH="1">
            <a:off x="11599200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5BA991E2-085E-FF0C-26ED-63AC17ACAC6D}"/>
              </a:ext>
            </a:extLst>
          </p:cNvPr>
          <p:cNvSpPr/>
          <p:nvPr userDrawn="1"/>
        </p:nvSpPr>
        <p:spPr bwMode="gray">
          <a:xfrm flipH="1">
            <a:off x="1122063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CAD121E0-B5A2-9492-F1C5-7CC55B725D78}"/>
              </a:ext>
            </a:extLst>
          </p:cNvPr>
          <p:cNvSpPr/>
          <p:nvPr userDrawn="1"/>
        </p:nvSpPr>
        <p:spPr bwMode="gray">
          <a:xfrm flipH="1">
            <a:off x="11017134" y="435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C235441-67ED-1A8B-DB84-7883A00C18BA}"/>
              </a:ext>
            </a:extLst>
          </p:cNvPr>
          <p:cNvSpPr/>
          <p:nvPr userDrawn="1"/>
        </p:nvSpPr>
        <p:spPr bwMode="gray">
          <a:xfrm flipH="1">
            <a:off x="11307568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3B8216C5-0F82-CAFA-03A9-550FFE938459}"/>
              </a:ext>
            </a:extLst>
          </p:cNvPr>
          <p:cNvSpPr/>
          <p:nvPr userDrawn="1"/>
        </p:nvSpPr>
        <p:spPr bwMode="gray">
          <a:xfrm flipH="1">
            <a:off x="1412494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AE6C486A-F5F0-03E5-B798-19A8670F18FB}"/>
              </a:ext>
            </a:extLst>
          </p:cNvPr>
          <p:cNvSpPr/>
          <p:nvPr userDrawn="1"/>
        </p:nvSpPr>
        <p:spPr bwMode="gray">
          <a:xfrm flipH="1">
            <a:off x="830431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49C5BBC6-B64D-5519-0207-5E092A588C6F}"/>
              </a:ext>
            </a:extLst>
          </p:cNvPr>
          <p:cNvSpPr/>
          <p:nvPr userDrawn="1"/>
        </p:nvSpPr>
        <p:spPr bwMode="gray">
          <a:xfrm flipH="1">
            <a:off x="10725502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1B777F11-8E33-EDD5-3BE0-5DF0534E0815}"/>
              </a:ext>
            </a:extLst>
          </p:cNvPr>
          <p:cNvSpPr/>
          <p:nvPr userDrawn="1"/>
        </p:nvSpPr>
        <p:spPr bwMode="gray">
          <a:xfrm flipH="1">
            <a:off x="540000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5434BCA-8F62-9267-408E-FA807EBAF3C7}"/>
              </a:ext>
            </a:extLst>
          </p:cNvPr>
          <p:cNvSpPr/>
          <p:nvPr userDrawn="1"/>
        </p:nvSpPr>
        <p:spPr bwMode="gray">
          <a:xfrm flipH="1">
            <a:off x="10435071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2078F715-424C-76E0-6860-C6B2DFEF578D}"/>
              </a:ext>
            </a:extLst>
          </p:cNvPr>
          <p:cNvSpPr/>
          <p:nvPr userDrawn="1"/>
        </p:nvSpPr>
        <p:spPr bwMode="gray">
          <a:xfrm flipH="1">
            <a:off x="1704126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CCD06859-E81B-3EAF-4B11-297EC51EA189}"/>
              </a:ext>
            </a:extLst>
          </p:cNvPr>
          <p:cNvSpPr/>
          <p:nvPr userDrawn="1"/>
        </p:nvSpPr>
        <p:spPr bwMode="gray">
          <a:xfrm flipH="1">
            <a:off x="1122063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C4C8A34A-7E4B-525E-5BA1-B5029FB41240}"/>
              </a:ext>
            </a:extLst>
          </p:cNvPr>
          <p:cNvSpPr/>
          <p:nvPr userDrawn="1"/>
        </p:nvSpPr>
        <p:spPr bwMode="gray">
          <a:xfrm flipH="1">
            <a:off x="11017134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03027BB-DA91-B3F0-1D7A-75B2FF760DDC}"/>
              </a:ext>
            </a:extLst>
          </p:cNvPr>
          <p:cNvSpPr/>
          <p:nvPr userDrawn="1"/>
        </p:nvSpPr>
        <p:spPr bwMode="gray">
          <a:xfrm flipH="1">
            <a:off x="11307568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909D577D-775D-15BF-A650-EE2DD2D85C83}"/>
              </a:ext>
            </a:extLst>
          </p:cNvPr>
          <p:cNvSpPr/>
          <p:nvPr userDrawn="1"/>
        </p:nvSpPr>
        <p:spPr bwMode="gray">
          <a:xfrm flipH="1">
            <a:off x="10143439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81F2BBF5-F818-17D1-87F7-8E36D746C5D1}"/>
              </a:ext>
            </a:extLst>
          </p:cNvPr>
          <p:cNvSpPr/>
          <p:nvPr userDrawn="1"/>
        </p:nvSpPr>
        <p:spPr bwMode="gray">
          <a:xfrm flipH="1">
            <a:off x="1412494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FC2120C8-BA64-DA5E-AAE9-2C17B303E125}"/>
              </a:ext>
            </a:extLst>
          </p:cNvPr>
          <p:cNvSpPr/>
          <p:nvPr userDrawn="1"/>
        </p:nvSpPr>
        <p:spPr bwMode="gray">
          <a:xfrm flipH="1">
            <a:off x="830431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4C770668-13D4-EAC6-EC37-B01B10C8B5AC}"/>
              </a:ext>
            </a:extLst>
          </p:cNvPr>
          <p:cNvSpPr/>
          <p:nvPr userDrawn="1"/>
        </p:nvSpPr>
        <p:spPr bwMode="gray">
          <a:xfrm flipH="1">
            <a:off x="10725502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7FF4B694-104D-D9E7-3ECD-4B35AB478305}"/>
              </a:ext>
            </a:extLst>
          </p:cNvPr>
          <p:cNvSpPr/>
          <p:nvPr userDrawn="1"/>
        </p:nvSpPr>
        <p:spPr bwMode="gray">
          <a:xfrm flipH="1">
            <a:off x="1994557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319E469E-31A6-C6E7-F60B-F8B5D75EA7DB}"/>
              </a:ext>
            </a:extLst>
          </p:cNvPr>
          <p:cNvSpPr/>
          <p:nvPr userDrawn="1"/>
        </p:nvSpPr>
        <p:spPr bwMode="gray">
          <a:xfrm flipH="1">
            <a:off x="54000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43398074-91A4-4FA7-2CFA-CFA3FF1B3632}"/>
              </a:ext>
            </a:extLst>
          </p:cNvPr>
          <p:cNvSpPr/>
          <p:nvPr userDrawn="1"/>
        </p:nvSpPr>
        <p:spPr bwMode="gray">
          <a:xfrm flipH="1">
            <a:off x="1159920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8DF7C605-73A7-DDCA-A807-A6389CAF189C}"/>
              </a:ext>
            </a:extLst>
          </p:cNvPr>
          <p:cNvSpPr/>
          <p:nvPr userDrawn="1"/>
        </p:nvSpPr>
        <p:spPr bwMode="gray">
          <a:xfrm flipH="1">
            <a:off x="10435071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1AE250ED-49C6-3524-091E-0601093E93E4}"/>
              </a:ext>
            </a:extLst>
          </p:cNvPr>
          <p:cNvSpPr/>
          <p:nvPr userDrawn="1"/>
        </p:nvSpPr>
        <p:spPr bwMode="gray">
          <a:xfrm flipH="1">
            <a:off x="9270945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74157238-255D-3BCE-C9F4-63DC746D8629}"/>
              </a:ext>
            </a:extLst>
          </p:cNvPr>
          <p:cNvSpPr/>
          <p:nvPr userDrawn="1"/>
        </p:nvSpPr>
        <p:spPr bwMode="gray">
          <a:xfrm flipH="1">
            <a:off x="8106819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FD90414-3388-7E13-4FC9-42E0A1935769}"/>
              </a:ext>
            </a:extLst>
          </p:cNvPr>
          <p:cNvSpPr/>
          <p:nvPr userDrawn="1"/>
        </p:nvSpPr>
        <p:spPr bwMode="gray">
          <a:xfrm flipH="1">
            <a:off x="6942693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72CEF432-E104-975E-9A4F-0D6E62E3735F}"/>
              </a:ext>
            </a:extLst>
          </p:cNvPr>
          <p:cNvSpPr/>
          <p:nvPr userDrawn="1"/>
        </p:nvSpPr>
        <p:spPr bwMode="gray">
          <a:xfrm flipH="1">
            <a:off x="5778567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BFC13346-C4D0-0FB5-4A8D-E748BD4F606A}"/>
              </a:ext>
            </a:extLst>
          </p:cNvPr>
          <p:cNvSpPr/>
          <p:nvPr userDrawn="1"/>
        </p:nvSpPr>
        <p:spPr bwMode="gray">
          <a:xfrm flipH="1">
            <a:off x="4614441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1F3C3F81-4A7E-35D0-A1B5-D7D2B6325208}"/>
              </a:ext>
            </a:extLst>
          </p:cNvPr>
          <p:cNvSpPr/>
          <p:nvPr userDrawn="1"/>
        </p:nvSpPr>
        <p:spPr bwMode="gray">
          <a:xfrm flipH="1">
            <a:off x="3450315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3F809D53-8A2B-AE92-6839-891DA02D32A5}"/>
              </a:ext>
            </a:extLst>
          </p:cNvPr>
          <p:cNvSpPr/>
          <p:nvPr userDrawn="1"/>
        </p:nvSpPr>
        <p:spPr bwMode="gray">
          <a:xfrm flipH="1">
            <a:off x="2868252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4A317077-A2E7-DD0E-4541-EA9CE4D67953}"/>
              </a:ext>
            </a:extLst>
          </p:cNvPr>
          <p:cNvSpPr/>
          <p:nvPr userDrawn="1"/>
        </p:nvSpPr>
        <p:spPr bwMode="gray">
          <a:xfrm flipH="1">
            <a:off x="9853008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A09F6E51-DD0E-F220-98CF-95868A272574}"/>
              </a:ext>
            </a:extLst>
          </p:cNvPr>
          <p:cNvSpPr/>
          <p:nvPr userDrawn="1"/>
        </p:nvSpPr>
        <p:spPr bwMode="gray">
          <a:xfrm flipH="1">
            <a:off x="8688882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21CAF80B-13DB-DA6A-2343-9814FBBE58FE}"/>
              </a:ext>
            </a:extLst>
          </p:cNvPr>
          <p:cNvSpPr/>
          <p:nvPr userDrawn="1"/>
        </p:nvSpPr>
        <p:spPr bwMode="gray">
          <a:xfrm flipH="1">
            <a:off x="7524756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E3243056-10A1-5D08-EF46-AD57F0601D03}"/>
              </a:ext>
            </a:extLst>
          </p:cNvPr>
          <p:cNvSpPr/>
          <p:nvPr userDrawn="1"/>
        </p:nvSpPr>
        <p:spPr bwMode="gray">
          <a:xfrm flipH="1">
            <a:off x="6360630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12B1A6FA-AE26-AE63-B8B6-8957D38F918F}"/>
              </a:ext>
            </a:extLst>
          </p:cNvPr>
          <p:cNvSpPr/>
          <p:nvPr userDrawn="1"/>
        </p:nvSpPr>
        <p:spPr bwMode="gray">
          <a:xfrm flipH="1">
            <a:off x="5196504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CF7A5B01-B4A1-9087-3B82-C15902DEADE2}"/>
              </a:ext>
            </a:extLst>
          </p:cNvPr>
          <p:cNvSpPr/>
          <p:nvPr userDrawn="1"/>
        </p:nvSpPr>
        <p:spPr bwMode="gray">
          <a:xfrm flipH="1">
            <a:off x="4032378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0555A94-B571-B0B8-CDF4-0D2C4FD50F7F}"/>
              </a:ext>
            </a:extLst>
          </p:cNvPr>
          <p:cNvSpPr/>
          <p:nvPr userDrawn="1"/>
        </p:nvSpPr>
        <p:spPr bwMode="gray">
          <a:xfrm flipH="1">
            <a:off x="1704126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83A3F767-5931-1CCA-008A-2891B8E64963}"/>
              </a:ext>
            </a:extLst>
          </p:cNvPr>
          <p:cNvSpPr/>
          <p:nvPr userDrawn="1"/>
        </p:nvSpPr>
        <p:spPr bwMode="gray">
          <a:xfrm flipH="1">
            <a:off x="2286189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8EE5F5F4-04DB-8B94-908C-5CF893AAAE9A}"/>
              </a:ext>
            </a:extLst>
          </p:cNvPr>
          <p:cNvSpPr/>
          <p:nvPr userDrawn="1"/>
        </p:nvSpPr>
        <p:spPr bwMode="gray">
          <a:xfrm flipH="1">
            <a:off x="1122063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A2A31C6C-0613-A85E-9D0F-74982081E2DC}"/>
              </a:ext>
            </a:extLst>
          </p:cNvPr>
          <p:cNvSpPr/>
          <p:nvPr userDrawn="1"/>
        </p:nvSpPr>
        <p:spPr bwMode="gray">
          <a:xfrm flipH="1">
            <a:off x="11017134" y="562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CF06E4C5-DC06-69D7-8863-CCEC75B07EE7}"/>
              </a:ext>
            </a:extLst>
          </p:cNvPr>
          <p:cNvSpPr/>
          <p:nvPr userDrawn="1"/>
        </p:nvSpPr>
        <p:spPr bwMode="gray">
          <a:xfrm flipH="1">
            <a:off x="11307568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46FDB7B9-7599-9A64-4DE9-213CCAE4D86A}"/>
              </a:ext>
            </a:extLst>
          </p:cNvPr>
          <p:cNvSpPr/>
          <p:nvPr userDrawn="1"/>
        </p:nvSpPr>
        <p:spPr bwMode="gray">
          <a:xfrm flipH="1">
            <a:off x="10143439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27A7F96C-BE6D-0F97-B7AB-44DA76D6FE80}"/>
              </a:ext>
            </a:extLst>
          </p:cNvPr>
          <p:cNvSpPr/>
          <p:nvPr userDrawn="1"/>
        </p:nvSpPr>
        <p:spPr bwMode="gray">
          <a:xfrm flipH="1">
            <a:off x="1412494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90E1ACAE-6846-DFD6-EE29-5C1AACD56B0E}"/>
              </a:ext>
            </a:extLst>
          </p:cNvPr>
          <p:cNvSpPr/>
          <p:nvPr userDrawn="1"/>
        </p:nvSpPr>
        <p:spPr bwMode="gray">
          <a:xfrm flipH="1">
            <a:off x="830431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7AFA5582-F27C-664C-44DA-2D56D0ABF934}"/>
              </a:ext>
            </a:extLst>
          </p:cNvPr>
          <p:cNvSpPr/>
          <p:nvPr userDrawn="1"/>
        </p:nvSpPr>
        <p:spPr bwMode="gray">
          <a:xfrm flipH="1">
            <a:off x="10725502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3A063AC-7AF1-288D-1B07-1EDF4450CD20}"/>
              </a:ext>
            </a:extLst>
          </p:cNvPr>
          <p:cNvSpPr/>
          <p:nvPr userDrawn="1"/>
        </p:nvSpPr>
        <p:spPr bwMode="gray">
          <a:xfrm flipH="1">
            <a:off x="1994557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94F04774-06EB-1E38-0EEE-9AC3DE8B92D4}"/>
              </a:ext>
            </a:extLst>
          </p:cNvPr>
          <p:cNvSpPr/>
          <p:nvPr userDrawn="1"/>
        </p:nvSpPr>
        <p:spPr bwMode="gray">
          <a:xfrm flipH="1">
            <a:off x="540000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414E8CE7-1F13-B947-C7FE-4ADBB23B9FDF}"/>
              </a:ext>
            </a:extLst>
          </p:cNvPr>
          <p:cNvSpPr/>
          <p:nvPr userDrawn="1"/>
        </p:nvSpPr>
        <p:spPr bwMode="gray">
          <a:xfrm flipH="1">
            <a:off x="11599200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279B8AB-75A9-7790-A81B-3E0AD8A78C5F}"/>
              </a:ext>
            </a:extLst>
          </p:cNvPr>
          <p:cNvSpPr/>
          <p:nvPr userDrawn="1"/>
        </p:nvSpPr>
        <p:spPr bwMode="gray">
          <a:xfrm flipH="1">
            <a:off x="10435071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0CA581F-CBDD-6571-1CBF-BA8727F7CDCA}"/>
              </a:ext>
            </a:extLst>
          </p:cNvPr>
          <p:cNvSpPr/>
          <p:nvPr userDrawn="1"/>
        </p:nvSpPr>
        <p:spPr bwMode="gray">
          <a:xfrm flipH="1">
            <a:off x="1704126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980B7748-18E4-610A-5999-166AF10FCF40}"/>
              </a:ext>
            </a:extLst>
          </p:cNvPr>
          <p:cNvSpPr/>
          <p:nvPr userDrawn="1"/>
        </p:nvSpPr>
        <p:spPr bwMode="gray">
          <a:xfrm flipH="1">
            <a:off x="1122063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DAA1028D-3740-F738-7020-0F0582CACABF}"/>
              </a:ext>
            </a:extLst>
          </p:cNvPr>
          <p:cNvSpPr/>
          <p:nvPr userDrawn="1"/>
        </p:nvSpPr>
        <p:spPr bwMode="gray">
          <a:xfrm flipH="1">
            <a:off x="11017134" y="181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C97E6F2C-7B98-2337-DA78-4E6BAF351B98}"/>
              </a:ext>
            </a:extLst>
          </p:cNvPr>
          <p:cNvSpPr/>
          <p:nvPr userDrawn="1"/>
        </p:nvSpPr>
        <p:spPr bwMode="gray">
          <a:xfrm>
            <a:off x="1412496" y="1496808"/>
            <a:ext cx="9367007" cy="3864384"/>
          </a:xfrm>
          <a:prstGeom prst="roundRect">
            <a:avLst>
              <a:gd name="adj" fmla="val 50000"/>
            </a:avLst>
          </a:prstGeom>
          <a:noFill/>
          <a:ln w="50800">
            <a:gradFill flip="none" rotWithShape="1">
              <a:gsLst>
                <a:gs pos="5000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  <a:gs pos="0">
                  <a:schemeClr val="accent6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2898717E-98E3-E1A1-AE41-57488C9F51F2}"/>
              </a:ext>
            </a:extLst>
          </p:cNvPr>
          <p:cNvSpPr/>
          <p:nvPr userDrawn="1"/>
        </p:nvSpPr>
        <p:spPr bwMode="gray">
          <a:xfrm flipH="1">
            <a:off x="11307568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FB7021B0-B306-91B5-A149-07FF8A9C0837}"/>
              </a:ext>
            </a:extLst>
          </p:cNvPr>
          <p:cNvSpPr/>
          <p:nvPr userDrawn="1"/>
        </p:nvSpPr>
        <p:spPr bwMode="gray">
          <a:xfrm flipH="1">
            <a:off x="10143439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22AF1F86-5C1B-FD7E-314F-F6745C5F4641}"/>
              </a:ext>
            </a:extLst>
          </p:cNvPr>
          <p:cNvSpPr/>
          <p:nvPr userDrawn="1"/>
        </p:nvSpPr>
        <p:spPr bwMode="gray">
          <a:xfrm flipH="1">
            <a:off x="1412494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60F2B23E-0E23-F3B1-16BC-EC1AE6A28D12}"/>
              </a:ext>
            </a:extLst>
          </p:cNvPr>
          <p:cNvSpPr/>
          <p:nvPr userDrawn="1"/>
        </p:nvSpPr>
        <p:spPr bwMode="gray">
          <a:xfrm flipH="1">
            <a:off x="830431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4ACC5FCD-F0C5-F656-AFBB-070EF65D361E}"/>
              </a:ext>
            </a:extLst>
          </p:cNvPr>
          <p:cNvSpPr/>
          <p:nvPr userDrawn="1"/>
        </p:nvSpPr>
        <p:spPr bwMode="gray">
          <a:xfrm flipH="1">
            <a:off x="10725502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8C9F64F7-D21D-76E1-15CF-B318C4115CAE}"/>
              </a:ext>
            </a:extLst>
          </p:cNvPr>
          <p:cNvSpPr/>
          <p:nvPr userDrawn="1"/>
        </p:nvSpPr>
        <p:spPr bwMode="gray">
          <a:xfrm flipH="1">
            <a:off x="8979313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812927FE-A7F9-94F2-6897-82A0A26ED0E4}"/>
              </a:ext>
            </a:extLst>
          </p:cNvPr>
          <p:cNvSpPr/>
          <p:nvPr userDrawn="1"/>
        </p:nvSpPr>
        <p:spPr bwMode="gray">
          <a:xfrm flipH="1">
            <a:off x="7815187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67CC6EBD-85E5-54EC-1F02-8DB1ECBC3A91}"/>
              </a:ext>
            </a:extLst>
          </p:cNvPr>
          <p:cNvSpPr/>
          <p:nvPr userDrawn="1"/>
        </p:nvSpPr>
        <p:spPr bwMode="gray">
          <a:xfrm flipH="1">
            <a:off x="6651061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4B06EB98-3AA2-544C-6662-DAC8E4C17ECA}"/>
              </a:ext>
            </a:extLst>
          </p:cNvPr>
          <p:cNvSpPr/>
          <p:nvPr userDrawn="1"/>
        </p:nvSpPr>
        <p:spPr bwMode="gray">
          <a:xfrm flipH="1">
            <a:off x="5486935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4767F3B4-B04B-EC69-14D2-9235FE309428}"/>
              </a:ext>
            </a:extLst>
          </p:cNvPr>
          <p:cNvSpPr/>
          <p:nvPr userDrawn="1"/>
        </p:nvSpPr>
        <p:spPr bwMode="gray">
          <a:xfrm flipH="1">
            <a:off x="4322809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9B0ADCE4-3165-CEFC-207D-3D63371143D2}"/>
              </a:ext>
            </a:extLst>
          </p:cNvPr>
          <p:cNvSpPr/>
          <p:nvPr userDrawn="1"/>
        </p:nvSpPr>
        <p:spPr bwMode="gray">
          <a:xfrm flipH="1">
            <a:off x="3158683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6AF3E7C6-0B21-62A9-28C2-6BC4AE70DFB0}"/>
              </a:ext>
            </a:extLst>
          </p:cNvPr>
          <p:cNvSpPr/>
          <p:nvPr userDrawn="1"/>
        </p:nvSpPr>
        <p:spPr bwMode="gray">
          <a:xfrm flipH="1">
            <a:off x="2576620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C3424256-7DA3-AB29-2FB0-B99714295441}"/>
              </a:ext>
            </a:extLst>
          </p:cNvPr>
          <p:cNvSpPr/>
          <p:nvPr userDrawn="1"/>
        </p:nvSpPr>
        <p:spPr bwMode="gray">
          <a:xfrm flipH="1">
            <a:off x="9561376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B557BDA1-B643-2088-CCD1-82335FF5314C}"/>
              </a:ext>
            </a:extLst>
          </p:cNvPr>
          <p:cNvSpPr/>
          <p:nvPr userDrawn="1"/>
        </p:nvSpPr>
        <p:spPr bwMode="gray">
          <a:xfrm flipH="1">
            <a:off x="8397250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0A8AEBA6-4E51-322B-1130-ACB667612AC9}"/>
              </a:ext>
            </a:extLst>
          </p:cNvPr>
          <p:cNvSpPr/>
          <p:nvPr userDrawn="1"/>
        </p:nvSpPr>
        <p:spPr bwMode="gray">
          <a:xfrm flipH="1">
            <a:off x="7233124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CC6C4B2D-55F5-B9EE-2A0C-3B9E54082BE5}"/>
              </a:ext>
            </a:extLst>
          </p:cNvPr>
          <p:cNvSpPr/>
          <p:nvPr userDrawn="1"/>
        </p:nvSpPr>
        <p:spPr bwMode="gray">
          <a:xfrm flipH="1">
            <a:off x="6068998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499B5C8D-8220-ECFF-5842-980D7A73AA7F}"/>
              </a:ext>
            </a:extLst>
          </p:cNvPr>
          <p:cNvSpPr/>
          <p:nvPr userDrawn="1"/>
        </p:nvSpPr>
        <p:spPr bwMode="gray">
          <a:xfrm flipH="1">
            <a:off x="4904872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391378F5-0742-7702-5825-60F38A982A26}"/>
              </a:ext>
            </a:extLst>
          </p:cNvPr>
          <p:cNvSpPr/>
          <p:nvPr userDrawn="1"/>
        </p:nvSpPr>
        <p:spPr bwMode="gray">
          <a:xfrm flipH="1">
            <a:off x="3740746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97B94D21-EB8B-4D5E-8071-4C5861C3D08A}"/>
              </a:ext>
            </a:extLst>
          </p:cNvPr>
          <p:cNvSpPr/>
          <p:nvPr userDrawn="1"/>
        </p:nvSpPr>
        <p:spPr bwMode="gray">
          <a:xfrm flipH="1">
            <a:off x="1994557" y="22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372436B3-3D72-34BF-64FC-C7C440FB9FFD}"/>
              </a:ext>
            </a:extLst>
          </p:cNvPr>
          <p:cNvSpPr/>
          <p:nvPr userDrawn="1"/>
        </p:nvSpPr>
        <p:spPr bwMode="gray">
          <a:xfrm flipH="1">
            <a:off x="540000" y="626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C6ACD6D3-DE87-0F6D-6773-D868BD3703D7}"/>
              </a:ext>
            </a:extLst>
          </p:cNvPr>
          <p:cNvSpPr/>
          <p:nvPr userDrawn="1"/>
        </p:nvSpPr>
        <p:spPr bwMode="gray">
          <a:xfrm flipH="1">
            <a:off x="11307568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4B5CA708-C4AD-8B3B-6339-3FAAC349B357}"/>
              </a:ext>
            </a:extLst>
          </p:cNvPr>
          <p:cNvSpPr/>
          <p:nvPr userDrawn="1"/>
        </p:nvSpPr>
        <p:spPr bwMode="gray">
          <a:xfrm flipH="1">
            <a:off x="10143439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D8FA2D78-C53A-2247-B443-E122D02B6D41}"/>
              </a:ext>
            </a:extLst>
          </p:cNvPr>
          <p:cNvSpPr/>
          <p:nvPr userDrawn="1"/>
        </p:nvSpPr>
        <p:spPr bwMode="gray">
          <a:xfrm flipH="1">
            <a:off x="1412494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902C4541-A9A6-976B-F755-148298AC4D00}"/>
              </a:ext>
            </a:extLst>
          </p:cNvPr>
          <p:cNvSpPr/>
          <p:nvPr userDrawn="1"/>
        </p:nvSpPr>
        <p:spPr bwMode="gray">
          <a:xfrm flipH="1">
            <a:off x="830431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A705E96D-7C4F-E555-EEFB-BEEB60508ADC}"/>
              </a:ext>
            </a:extLst>
          </p:cNvPr>
          <p:cNvSpPr/>
          <p:nvPr userDrawn="1"/>
        </p:nvSpPr>
        <p:spPr bwMode="gray">
          <a:xfrm flipH="1">
            <a:off x="10725502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1A6F635B-912F-E11F-B23B-A1ECE56B1CD9}"/>
              </a:ext>
            </a:extLst>
          </p:cNvPr>
          <p:cNvSpPr/>
          <p:nvPr userDrawn="1"/>
        </p:nvSpPr>
        <p:spPr bwMode="gray">
          <a:xfrm flipH="1">
            <a:off x="897931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EAB79D3A-30D5-5D55-252A-E7290D106EBF}"/>
              </a:ext>
            </a:extLst>
          </p:cNvPr>
          <p:cNvSpPr/>
          <p:nvPr userDrawn="1"/>
        </p:nvSpPr>
        <p:spPr bwMode="gray">
          <a:xfrm flipH="1">
            <a:off x="7815187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67E004FF-EAC7-B896-A955-446B94707494}"/>
              </a:ext>
            </a:extLst>
          </p:cNvPr>
          <p:cNvSpPr/>
          <p:nvPr userDrawn="1"/>
        </p:nvSpPr>
        <p:spPr bwMode="gray">
          <a:xfrm flipH="1">
            <a:off x="6651061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AA8EE9B6-6BEF-773A-0F5D-A35CE1D14173}"/>
              </a:ext>
            </a:extLst>
          </p:cNvPr>
          <p:cNvSpPr/>
          <p:nvPr userDrawn="1"/>
        </p:nvSpPr>
        <p:spPr bwMode="gray">
          <a:xfrm flipH="1">
            <a:off x="5486935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D3C2BDA6-2FA8-17AF-2CE2-12102D65AD73}"/>
              </a:ext>
            </a:extLst>
          </p:cNvPr>
          <p:cNvSpPr/>
          <p:nvPr userDrawn="1"/>
        </p:nvSpPr>
        <p:spPr bwMode="gray">
          <a:xfrm flipH="1">
            <a:off x="4322809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DC88A18C-3F54-8E78-4986-07D8CC27361D}"/>
              </a:ext>
            </a:extLst>
          </p:cNvPr>
          <p:cNvSpPr/>
          <p:nvPr userDrawn="1"/>
        </p:nvSpPr>
        <p:spPr bwMode="gray">
          <a:xfrm flipH="1">
            <a:off x="3158683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C73DCD53-A815-AF99-36B5-3A7ACA8B3838}"/>
              </a:ext>
            </a:extLst>
          </p:cNvPr>
          <p:cNvSpPr/>
          <p:nvPr userDrawn="1"/>
        </p:nvSpPr>
        <p:spPr bwMode="gray">
          <a:xfrm flipH="1">
            <a:off x="2576620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7C0CFB59-0A65-A6A5-DA1E-313708DEE6B0}"/>
              </a:ext>
            </a:extLst>
          </p:cNvPr>
          <p:cNvSpPr/>
          <p:nvPr userDrawn="1"/>
        </p:nvSpPr>
        <p:spPr bwMode="gray">
          <a:xfrm flipH="1">
            <a:off x="9561376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1F489E5D-9560-4670-021C-E19FF7FFF016}"/>
              </a:ext>
            </a:extLst>
          </p:cNvPr>
          <p:cNvSpPr/>
          <p:nvPr userDrawn="1"/>
        </p:nvSpPr>
        <p:spPr bwMode="gray">
          <a:xfrm flipH="1">
            <a:off x="8397250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21BA957B-408A-0F77-64A9-54BA6A340594}"/>
              </a:ext>
            </a:extLst>
          </p:cNvPr>
          <p:cNvSpPr/>
          <p:nvPr userDrawn="1"/>
        </p:nvSpPr>
        <p:spPr bwMode="gray">
          <a:xfrm flipH="1">
            <a:off x="7233124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6875E4E2-B3A3-AAC7-8D9E-53B35A993A3E}"/>
              </a:ext>
            </a:extLst>
          </p:cNvPr>
          <p:cNvSpPr/>
          <p:nvPr userDrawn="1"/>
        </p:nvSpPr>
        <p:spPr bwMode="gray">
          <a:xfrm flipH="1">
            <a:off x="6068998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5C196ED4-666A-1CC1-8BDB-9B763EA03447}"/>
              </a:ext>
            </a:extLst>
          </p:cNvPr>
          <p:cNvSpPr/>
          <p:nvPr userDrawn="1"/>
        </p:nvSpPr>
        <p:spPr bwMode="gray">
          <a:xfrm flipH="1">
            <a:off x="4904872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75BE47CD-381A-E1C9-4502-BE9984BC2B8F}"/>
              </a:ext>
            </a:extLst>
          </p:cNvPr>
          <p:cNvSpPr/>
          <p:nvPr userDrawn="1"/>
        </p:nvSpPr>
        <p:spPr bwMode="gray">
          <a:xfrm flipH="1">
            <a:off x="3740746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6ED5946F-9661-B2CF-5807-844006596112}"/>
              </a:ext>
            </a:extLst>
          </p:cNvPr>
          <p:cNvSpPr/>
          <p:nvPr userDrawn="1"/>
        </p:nvSpPr>
        <p:spPr bwMode="gray">
          <a:xfrm flipH="1">
            <a:off x="1994557" y="658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7606E259-8830-3802-ADE9-178A50548E20}"/>
              </a:ext>
            </a:extLst>
          </p:cNvPr>
          <p:cNvSpPr/>
          <p:nvPr userDrawn="1"/>
        </p:nvSpPr>
        <p:spPr bwMode="gray">
          <a:xfrm flipH="1">
            <a:off x="11889634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36558612-1D23-3A5B-B7F7-052A03EC05B0}"/>
              </a:ext>
            </a:extLst>
          </p:cNvPr>
          <p:cNvSpPr/>
          <p:nvPr userDrawn="1"/>
        </p:nvSpPr>
        <p:spPr bwMode="gray">
          <a:xfrm flipH="1">
            <a:off x="11889634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6929D128-0BE8-67F4-E002-02D110F8B162}"/>
              </a:ext>
            </a:extLst>
          </p:cNvPr>
          <p:cNvSpPr/>
          <p:nvPr userDrawn="1"/>
        </p:nvSpPr>
        <p:spPr bwMode="gray">
          <a:xfrm flipH="1">
            <a:off x="11889634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1B593550-E9EF-AA1F-A521-6F8EB2421BAF}"/>
              </a:ext>
            </a:extLst>
          </p:cNvPr>
          <p:cNvSpPr/>
          <p:nvPr userDrawn="1"/>
        </p:nvSpPr>
        <p:spPr bwMode="gray">
          <a:xfrm flipH="1">
            <a:off x="11889634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3CF362F1-A925-A360-3EF9-EAFA040A8D92}"/>
              </a:ext>
            </a:extLst>
          </p:cNvPr>
          <p:cNvSpPr/>
          <p:nvPr userDrawn="1"/>
        </p:nvSpPr>
        <p:spPr bwMode="gray">
          <a:xfrm flipH="1">
            <a:off x="11889634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08D4C470-B064-88C0-3905-971EA02B2462}"/>
              </a:ext>
            </a:extLst>
          </p:cNvPr>
          <p:cNvSpPr/>
          <p:nvPr userDrawn="1"/>
        </p:nvSpPr>
        <p:spPr bwMode="gray">
          <a:xfrm flipH="1">
            <a:off x="11889634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F38BCBD3-33CC-F896-8D92-0F8957C9B1B7}"/>
              </a:ext>
            </a:extLst>
          </p:cNvPr>
          <p:cNvSpPr/>
          <p:nvPr userDrawn="1"/>
        </p:nvSpPr>
        <p:spPr bwMode="gray">
          <a:xfrm flipH="1">
            <a:off x="11889634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90D9042C-F438-B6B2-C267-5BF147804946}"/>
              </a:ext>
            </a:extLst>
          </p:cNvPr>
          <p:cNvSpPr/>
          <p:nvPr userDrawn="1"/>
        </p:nvSpPr>
        <p:spPr bwMode="gray">
          <a:xfrm flipH="1">
            <a:off x="11599200" y="499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84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69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gnology Sans"/>
              <a:ea typeface="+mn-ea"/>
              <a:cs typeface="+mn-cs"/>
            </a:endParaRPr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BB40681F-CDD5-4042-18DD-686748AD1378}"/>
              </a:ext>
            </a:extLst>
          </p:cNvPr>
          <p:cNvSpPr/>
          <p:nvPr userDrawn="1"/>
        </p:nvSpPr>
        <p:spPr bwMode="gray">
          <a:xfrm flipH="1">
            <a:off x="11889634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8A6A1097-F59E-873D-DE62-95B749B03FC7}"/>
              </a:ext>
            </a:extLst>
          </p:cNvPr>
          <p:cNvSpPr/>
          <p:nvPr userDrawn="1"/>
        </p:nvSpPr>
        <p:spPr bwMode="gray">
          <a:xfrm flipH="1">
            <a:off x="11889634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9BB807B0-6539-61B2-10EC-3A8E6A65677F}"/>
              </a:ext>
            </a:extLst>
          </p:cNvPr>
          <p:cNvSpPr/>
          <p:nvPr userDrawn="1"/>
        </p:nvSpPr>
        <p:spPr bwMode="gray">
          <a:xfrm flipH="1">
            <a:off x="248368" y="85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EBA2208D-6F34-C3DE-F2F8-76736BD08061}"/>
              </a:ext>
            </a:extLst>
          </p:cNvPr>
          <p:cNvSpPr/>
          <p:nvPr userDrawn="1"/>
        </p:nvSpPr>
        <p:spPr bwMode="gray">
          <a:xfrm flipH="1">
            <a:off x="248368" y="594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69B49381-1848-8DC0-739B-FB15347C58B3}"/>
              </a:ext>
            </a:extLst>
          </p:cNvPr>
          <p:cNvSpPr/>
          <p:nvPr userDrawn="1"/>
        </p:nvSpPr>
        <p:spPr bwMode="gray">
          <a:xfrm flipH="1">
            <a:off x="248368" y="213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ECB292AE-FD1C-E9C0-8FAE-F9C1595BB856}"/>
              </a:ext>
            </a:extLst>
          </p:cNvPr>
          <p:cNvSpPr/>
          <p:nvPr userDrawn="1"/>
        </p:nvSpPr>
        <p:spPr bwMode="gray">
          <a:xfrm flipH="1">
            <a:off x="248368" y="2766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239E0D78-9C8A-97D6-FE4E-B02914C6C663}"/>
              </a:ext>
            </a:extLst>
          </p:cNvPr>
          <p:cNvSpPr/>
          <p:nvPr userDrawn="1"/>
        </p:nvSpPr>
        <p:spPr bwMode="gray">
          <a:xfrm flipH="1">
            <a:off x="248368" y="3402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BA1620B3-F959-AE86-954D-E065AF772C91}"/>
              </a:ext>
            </a:extLst>
          </p:cNvPr>
          <p:cNvSpPr/>
          <p:nvPr userDrawn="1"/>
        </p:nvSpPr>
        <p:spPr bwMode="gray">
          <a:xfrm flipH="1">
            <a:off x="248368" y="4038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43B680BF-92BF-1CB2-C7E5-0B30C57C9A1A}"/>
              </a:ext>
            </a:extLst>
          </p:cNvPr>
          <p:cNvSpPr/>
          <p:nvPr userDrawn="1"/>
        </p:nvSpPr>
        <p:spPr bwMode="gray">
          <a:xfrm flipH="1">
            <a:off x="248368" y="467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76FDC35F-CF43-D667-6458-F5E45BBBD358}"/>
              </a:ext>
            </a:extLst>
          </p:cNvPr>
          <p:cNvSpPr/>
          <p:nvPr userDrawn="1"/>
        </p:nvSpPr>
        <p:spPr bwMode="gray">
          <a:xfrm flipH="1">
            <a:off x="248368" y="5310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6E665A3A-6AE0-4289-9F71-41577D152586}"/>
              </a:ext>
            </a:extLst>
          </p:cNvPr>
          <p:cNvSpPr/>
          <p:nvPr userDrawn="1"/>
        </p:nvSpPr>
        <p:spPr bwMode="gray">
          <a:xfrm flipH="1">
            <a:off x="248368" y="1494000"/>
            <a:ext cx="54000" cy="540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98482"/>
            <a:endParaRPr lang="fr-FR" sz="1769" dirty="0" err="1">
              <a:solidFill>
                <a:srgbClr val="FFFFFF"/>
              </a:solidFill>
              <a:latin typeface="Regnology Sans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49761BA0-4102-D02B-F6EA-D75FF7C30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495" y="2985801"/>
            <a:ext cx="9367010" cy="886397"/>
          </a:xfrm>
        </p:spPr>
        <p:txBody>
          <a:bodyPr/>
          <a:lstStyle>
            <a:lvl1pPr algn="ctr">
              <a:defRPr sz="640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/>
            </a:r>
            <a:endParaRPr lang="fr-FR" dirty="0"/>
          </a:p>
        </p:txBody>
      </p:sp>
      <p:pic>
        <p:nvPicPr>
          <p:cNvPr id="4" name="Picture 3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BD6C0C6A-1810-0413-A975-8CD26DBF7B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2334" y="2394000"/>
            <a:ext cx="1507333" cy="342000"/>
          </a:xfrm>
          <a:prstGeom prst="rect">
            <a:avLst/>
          </a:prstGeom>
        </p:spPr>
      </p:pic>
      <p:sp>
        <p:nvSpPr>
          <p:cNvPr id="5" name="Text Placeholder 141">
            <a:extLst>
              <a:ext uri="{FF2B5EF4-FFF2-40B4-BE49-F238E27FC236}">
                <a16:creationId xmlns:a16="http://schemas.microsoft.com/office/drawing/2014/main" id="{9488E88F-3348-CF5D-03A5-F4CBF6D335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5550" y="3949200"/>
            <a:ext cx="9400902" cy="2639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14000"/>
              </a:lnSpc>
              <a:buFont typeface="Arial" panose="020B0604020202020204" pitchFamily="34" charset="0"/>
              <a:buNone/>
              <a:defRPr sz="1600">
                <a:solidFill>
                  <a:schemeClr val="bg1">
                    <a:alpha val="6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51598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 guide slide">
    <p:bg>
      <p:bgPr>
        <a:gradFill>
          <a:gsLst>
            <a:gs pos="0">
              <a:srgbClr val="EBEDF2"/>
            </a:gs>
            <a:gs pos="100000">
              <a:srgbClr val="BFC3D1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040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B0A53-8E5E-CEC7-CAAB-1BBB25726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78" y="842400"/>
            <a:ext cx="1150366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A342A3-2D18-7B81-6AB4-3610ED7319F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244DA45-DC99-EC56-69B5-914C9FE1ED01}"/>
                </a:ext>
              </a:extLst>
            </p:cNvPr>
            <p:cNvSpPr/>
            <p:nvPr/>
          </p:nvSpPr>
          <p:spPr bwMode="gray">
            <a:xfrm flipH="1" flipV="1">
              <a:off x="1212000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B2AB27-536C-6854-934D-199972458AD7}"/>
                </a:ext>
              </a:extLst>
            </p:cNvPr>
            <p:cNvSpPr/>
            <p:nvPr/>
          </p:nvSpPr>
          <p:spPr bwMode="gray">
            <a:xfrm flipH="1">
              <a:off x="1212000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B8E138-0D3A-E752-AF5F-8B3B6FD64CAF}"/>
                </a:ext>
              </a:extLst>
            </p:cNvPr>
            <p:cNvSpPr/>
            <p:nvPr/>
          </p:nvSpPr>
          <p:spPr bwMode="gray">
            <a:xfrm flipV="1">
              <a:off x="0" y="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DE1C900-7B39-73F6-3EF2-FD26C3C4114F}"/>
                </a:ext>
              </a:extLst>
            </p:cNvPr>
            <p:cNvSpPr/>
            <p:nvPr/>
          </p:nvSpPr>
          <p:spPr bwMode="gray">
            <a:xfrm>
              <a:off x="0" y="6786000"/>
              <a:ext cx="72000" cy="72000"/>
            </a:xfrm>
            <a:custGeom>
              <a:avLst/>
              <a:gdLst>
                <a:gd name="csX0" fmla="*/ 0 w 254779"/>
                <a:gd name="csY0" fmla="*/ 0 h 254779"/>
                <a:gd name="csX1" fmla="*/ 254779 w 254779"/>
                <a:gd name="csY1" fmla="*/ 254779 h 254779"/>
                <a:gd name="csX2" fmla="*/ 0 w 254779"/>
                <a:gd name="csY2" fmla="*/ 254779 h 254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779" h="254779">
                  <a:moveTo>
                    <a:pt x="0" y="0"/>
                  </a:moveTo>
                  <a:cubicBezTo>
                    <a:pt x="0" y="140711"/>
                    <a:pt x="114068" y="254779"/>
                    <a:pt x="254779" y="254779"/>
                  </a:cubicBezTo>
                  <a:lnTo>
                    <a:pt x="0" y="2547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 err="1">
                <a:latin typeface="+mj-lt"/>
              </a:endParaRPr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C557C-3CBB-95DC-8E9D-D3E242912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4" y="1664262"/>
            <a:ext cx="11472863" cy="48333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2680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3" r:id="rId2"/>
    <p:sldLayoutId id="2147483700" r:id="rId3"/>
    <p:sldLayoutId id="2147483701" r:id="rId4"/>
    <p:sldLayoutId id="2147483702" r:id="rId5"/>
    <p:sldLayoutId id="2147483717" r:id="rId6"/>
    <p:sldLayoutId id="2147483718" r:id="rId7"/>
    <p:sldLayoutId id="2147483720" r:id="rId8"/>
    <p:sldLayoutId id="2147483721" r:id="rId9"/>
    <p:sldLayoutId id="2147483722" r:id="rId10"/>
    <p:sldLayoutId id="2147483723" r:id="rId11"/>
    <p:sldLayoutId id="2147483725" r:id="rId12"/>
    <p:sldLayoutId id="2147483724" r:id="rId13"/>
    <p:sldLayoutId id="2147483726" r:id="rId14"/>
    <p:sldLayoutId id="2147483727" r:id="rId15"/>
    <p:sldLayoutId id="2147483679" r:id="rId16"/>
    <p:sldLayoutId id="2147483681" r:id="rId17"/>
    <p:sldLayoutId id="2147483686" r:id="rId18"/>
    <p:sldLayoutId id="2147483699" r:id="rId19"/>
    <p:sldLayoutId id="2147483680" r:id="rId20"/>
    <p:sldLayoutId id="2147483685" r:id="rId21"/>
    <p:sldLayoutId id="2147483734" r:id="rId22"/>
    <p:sldLayoutId id="2147483735" r:id="rId23"/>
    <p:sldLayoutId id="2147483736" r:id="rId24"/>
    <p:sldLayoutId id="2147483738" r:id="rId25"/>
    <p:sldLayoutId id="2147483739" r:id="rId26"/>
    <p:sldLayoutId id="2147483737" r:id="rId27"/>
    <p:sldLayoutId id="2147483740" r:id="rId28"/>
    <p:sldLayoutId id="2147483763" r:id="rId29"/>
    <p:sldLayoutId id="2147483764" r:id="rId30"/>
    <p:sldLayoutId id="2147483765" r:id="rId31"/>
    <p:sldLayoutId id="2147483766" r:id="rId32"/>
    <p:sldLayoutId id="2147483767" r:id="rId33"/>
    <p:sldLayoutId id="2147483768" r:id="rId34"/>
    <p:sldLayoutId id="2147483769" r:id="rId35"/>
    <p:sldLayoutId id="2147483712" r:id="rId36"/>
    <p:sldLayoutId id="2147483710" r:id="rId37"/>
    <p:sldLayoutId id="2147483760" r:id="rId38"/>
    <p:sldLayoutId id="2147483772" r:id="rId39"/>
    <p:sldLayoutId id="2147483776" r:id="rId40"/>
    <p:sldLayoutId id="2147483761" r:id="rId41"/>
    <p:sldLayoutId id="2147483728" r:id="rId42"/>
    <p:sldLayoutId id="2147483773" r:id="rId43"/>
    <p:sldLayoutId id="2147483777" r:id="rId44"/>
    <p:sldLayoutId id="2147483762" r:id="rId45"/>
    <p:sldLayoutId id="2147483741" r:id="rId46"/>
    <p:sldLayoutId id="2147483742" r:id="rId47"/>
    <p:sldLayoutId id="2147483743" r:id="rId48"/>
    <p:sldLayoutId id="2147483744" r:id="rId49"/>
    <p:sldLayoutId id="2147483745" r:id="rId50"/>
    <p:sldLayoutId id="2147483774" r:id="rId51"/>
    <p:sldLayoutId id="2147483775" r:id="rId52"/>
    <p:sldLayoutId id="2147483709" r:id="rId53"/>
    <p:sldLayoutId id="2147483711" r:id="rId54"/>
    <p:sldLayoutId id="2147483748" r:id="rId55"/>
    <p:sldLayoutId id="2147483713" r:id="rId56"/>
    <p:sldLayoutId id="2147483714" r:id="rId57"/>
    <p:sldLayoutId id="2147483729" r:id="rId58"/>
    <p:sldLayoutId id="2147483746" r:id="rId59"/>
    <p:sldLayoutId id="2147483747" r:id="rId60"/>
    <p:sldLayoutId id="2147483781" r:id="rId61"/>
    <p:sldLayoutId id="2147483730" r:id="rId62"/>
    <p:sldLayoutId id="2147483780" r:id="rId63"/>
    <p:sldLayoutId id="2147483779" r:id="rId64"/>
    <p:sldLayoutId id="2147483707" r:id="rId65"/>
    <p:sldLayoutId id="2147483703" r:id="rId66"/>
    <p:sldLayoutId id="2147483682" r:id="rId67"/>
    <p:sldLayoutId id="2147483704" r:id="rId68"/>
    <p:sldLayoutId id="2147483705" r:id="rId69"/>
    <p:sldLayoutId id="2147483778" r:id="rId70"/>
    <p:sldLayoutId id="2147483758" r:id="rId71"/>
    <p:sldLayoutId id="2147483759" r:id="rId7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50" baseline="0">
          <a:solidFill>
            <a:schemeClr val="accent5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accent5"/>
          </a:solidFill>
          <a:latin typeface="+mj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000" kern="1200">
          <a:solidFill>
            <a:schemeClr val="accent5"/>
          </a:solidFill>
          <a:latin typeface="Regnology Sans" panose="00000500000000000000" pitchFamily="2" charset="0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Font typeface="Courier New" panose="02070309020205020404" pitchFamily="49" charset="0"/>
        <a:buChar char="o"/>
        <a:defRPr sz="800" kern="1200">
          <a:solidFill>
            <a:schemeClr val="accent5"/>
          </a:solidFill>
          <a:latin typeface="Regnology Sans" panose="00000500000000000000" pitchFamily="2" charset="0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800" kern="1200">
          <a:solidFill>
            <a:schemeClr val="accent5"/>
          </a:solidFill>
          <a:latin typeface="Regnology Sans" panose="00000500000000000000" pitchFamily="2" charset="0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600" kern="1200">
          <a:solidFill>
            <a:schemeClr val="accent5"/>
          </a:solidFill>
          <a:latin typeface="Regnology Sans" panose="00000500000000000000" pitchFamily="2" charset="0"/>
          <a:ea typeface="+mn-ea"/>
          <a:cs typeface="+mn-cs"/>
        </a:defRPr>
      </a:lvl5pPr>
      <a:lvl6pPr marL="576000" indent="-28800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Symbol" panose="05050102010706020507" pitchFamily="18" charset="2"/>
        <a:buChar char=""/>
        <a:defRPr lang="fr-FR" sz="1400" kern="1200" dirty="0">
          <a:solidFill>
            <a:schemeClr val="tx1"/>
          </a:solidFill>
          <a:latin typeface="Regnology Sans" panose="00000500000000000000" pitchFamily="2" charset="0"/>
          <a:ea typeface="+mn-ea"/>
          <a:cs typeface="+mn-cs"/>
        </a:defRPr>
      </a:lvl6pPr>
      <a:lvl7pPr marL="576000" indent="-28800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Symbol" panose="05050102010706020507" pitchFamily="18" charset="2"/>
        <a:buChar char=""/>
        <a:defRPr sz="1800" kern="1200">
          <a:solidFill>
            <a:schemeClr val="tx1"/>
          </a:solidFill>
          <a:latin typeface="+mj-lt"/>
          <a:ea typeface="+mn-ea"/>
          <a:cs typeface="+mn-cs"/>
        </a:defRPr>
      </a:lvl7pPr>
      <a:lvl8pPr marL="288000" indent="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Symbol" panose="05050102010706020507" pitchFamily="18" charset="2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8pPr>
      <a:lvl9pPr marL="576000" indent="-28800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Symbol" panose="05050102010706020507" pitchFamily="18" charset="2"/>
        <a:buChar char=""/>
        <a:defRPr sz="18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26" userDrawn="1">
          <p15:clr>
            <a:srgbClr val="F26B43"/>
          </p15:clr>
        </p15:guide>
        <p15:guide id="4" pos="7453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226" userDrawn="1">
          <p15:clr>
            <a:srgbClr val="F26B43"/>
          </p15:clr>
        </p15:guide>
        <p15:guide id="8" orient="horz" pos="409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INTESA SANPAOLO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Definition Study</a:t>
            </a:r>
          </a:p>
          <a:p>
            <a:r>
              <a:t>Workshop Kick-off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FINREP on RRH  ·  WO 00017527 / PO 7200257892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pPr/>
            <a:r>
              <a:t>Confirm the signed study, align on how we will run the workshops, and lock the plan through 31 December 2026.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Context and journey so far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Objectives and PDS deliverables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Scope, workstreams and approach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t>Workshop series for the rest of 2026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Team, governance and way of working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1" sz="quarter"/>
          </p:nvPr>
        </p:nvSpPr>
        <p:spPr/>
        <p:txBody>
          <a:bodyPr/>
          <a:lstStyle/>
          <a:p>
            <a:r>
              <a:t>Inputs needed and decisions today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/>
        </p:txBody>
      </p:sp>
      <p:sp>
        <p:nvSpPr>
          <p:cNvPr id="12" name="Text Placeholder 1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/>
        </p:txBody>
      </p:sp>
      <p:sp>
        <p:nvSpPr>
          <p:cNvPr id="14" name="Text Placeholder 13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/>
        </p:txBody>
      </p:sp>
      <p:sp>
        <p:nvSpPr>
          <p:cNvPr id="15" name="Text Placeholder 14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/>
        </p:txBody>
      </p:sp>
      <p:sp>
        <p:nvSpPr>
          <p:cNvPr id="22" name="Text Placeholder 21"/>
          <p:cNvSpPr>
            <a:spLocks noGrp="1"/>
          </p:cNvSpPr>
          <p:nvPr>
            <p:ph type="body" idx="53" sz="quarter"/>
          </p:nvPr>
        </p:nvSpPr>
        <p:spPr/>
        <p:txBody>
          <a:bodyPr/>
          <a:lstStyle/>
          <a:p/>
        </p:txBody>
      </p:sp>
      <p:sp>
        <p:nvSpPr>
          <p:cNvPr id="23" name="Text Placeholder 22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24" name="Text Placeholder 23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From pre-kick-off</a:t>
            </a:r>
          </a:p>
          <a:p>
            <a:r>
              <a:t>to signed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01 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got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Three steps that frame today’s workshop kick-off.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01  Pre-kick-off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02  Implementation proposal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03  Signed work order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pPr/>
            <a:r>
              <a:t>July 2026</a:t>
            </a:r>
          </a:p>
          <a:p>
            <a:pPr/>
            <a:r>
              <a:t>Aligned on PDS objectives, two workstreams, governance and a milestone proposal through year-end.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October 2026</a:t>
            </a:r>
          </a:p>
          <a:p>
            <a:pPr/>
            <a:r>
              <a:t>RRH multi-country rollout proposal for Priority 1 branches — Amsterdam FINREP as the pilot driver.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Signed October 2026</a:t>
            </a:r>
          </a:p>
          <a:p>
            <a:pPr/>
            <a:r>
              <a:t>WO 00017527: Project Definition Study and RRH data model analysis. Valid until 31 December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study matters 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PDS de-risks the multi-country RRH programme before build starts.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Programme context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What this study unlocks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pPr/>
            <a:r>
              <a:t>Amsterdam FINREP obligation sunsets in September 2027.</a:t>
            </a:r>
          </a:p>
          <a:p>
            <a:pPr/>
            <a:r>
              <a:t>Priority 1 branches proposed on RRH / Rcloud with one central RGD.</a:t>
            </a:r>
          </a:p>
          <a:p>
            <a:pPr/>
            <a:r>
              <a:t>Frankfurt already live on RRH — reusable groundwork for other branches.</a:t>
            </a:r>
          </a:p>
          <a:p>
            <a:pPr/>
            <a:r>
              <a:t>2027 budget and engagement model still to be confirmed.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pPr/>
            <a:r>
              <a:t>Clear scope, constraints and migration strategy.</a:t>
            </a:r>
          </a:p>
          <a:p>
            <a:pPr/>
            <a:r>
              <a:t>FINREP data requirements mapped to the RRH data model.</a:t>
            </a:r>
          </a:p>
          <a:p>
            <a:pPr/>
            <a:r>
              <a:t>Gaps, risks and high-level implementation roadmap.</a:t>
            </a:r>
          </a:p>
          <a:p>
            <a:pPr/>
            <a:r>
              <a:t>A shared baseline for the subsequent implementation work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What the study</a:t>
            </a:r>
          </a:p>
          <a:p>
            <a:r>
              <a:t>must produce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02  Objectives &amp; deliverables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1" sz="quarter"/>
          </p:nvPr>
        </p:nvSpPr>
        <p:spPr/>
        <p:txBody>
          <a:bodyPr/>
          <a:lstStyle/>
          <a:p>
            <a:pPr/>
            <a:r>
              <a:t>Define the target FINREP-on-RRH migration project and assess the RRH data model to establish scope, migration strategy, risks and a high-level implementation roadmap.</a:t>
            </a:r>
          </a:p>
          <a:p>
            <a:pPr/>
          </a:p>
          <a:p>
            <a:pPr/>
            <a:r>
              <a:t>Approach</a:t>
            </a:r>
          </a:p>
          <a:p>
            <a:pPr/>
            <a:r>
              <a:t>A structured, workshop-based discovery designed to minimise uncertainty before the multi-country implementation begins.</a:t>
            </a:r>
          </a:p>
          <a:p>
            <a:pPr/>
          </a:p>
          <a:p>
            <a:pPr/>
            <a:r>
              <a:t>Success looks like</a:t>
            </a:r>
          </a:p>
          <a:p>
            <a:pPr/>
            <a:r>
              <a:t>• Shared Project Definition Document signed by both parties</a:t>
            </a:r>
          </a:p>
          <a:p>
            <a:pPr/>
            <a:r>
              <a:t>• Data mapping document for FINREP requirements on the RRH / RGD model</a:t>
            </a:r>
          </a:p>
          <a:p>
            <a:pPr/>
            <a:r>
              <a:t>• Agreed gaps, ownership and recommended next steps into 2027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Discovery / assessment / definition  ·  7 September – 31 December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documents from the signed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Everything else is outside this work order and will follow a separate engagement.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9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9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Project Definition Document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>
            <a:pPr/>
            <a:r>
              <a:t>Scope definition</a:t>
            </a:r>
          </a:p>
          <a:p>
            <a:pPr/>
            <a:r>
              <a:t>High-level functional and non-functional requirements</a:t>
            </a:r>
          </a:p>
          <a:p>
            <a:pPr/>
            <a:r>
              <a:t>Architecture overview</a:t>
            </a:r>
          </a:p>
          <a:p>
            <a:pPr/>
            <a:r>
              <a:t>Constraints, assumptions and dependencies</a:t>
            </a:r>
          </a:p>
          <a:p>
            <a:pPr/>
            <a:r>
              <a:t>Migration strategy and target operating model</a:t>
            </a:r>
          </a:p>
          <a:p>
            <a:pPr/>
            <a:r>
              <a:t>Risks and high-level roadmap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97" sz="quarter"/>
          </p:nvPr>
        </p:nvSpPr>
        <p:spPr/>
        <p:txBody>
          <a:bodyPr/>
          <a:lstStyle/>
          <a:p>
            <a:r>
              <a:t>Data mapping document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98" sz="quarter"/>
          </p:nvPr>
        </p:nvSpPr>
        <p:spPr/>
        <p:txBody>
          <a:bodyPr/>
          <a:lstStyle/>
          <a:p>
            <a:pPr/>
            <a:r>
              <a:t>FINREP data requirements analysis</a:t>
            </a:r>
          </a:p>
          <a:p>
            <a:pPr/>
            <a:r>
              <a:t>Source-to-RRH / RGD mapping</a:t>
            </a:r>
          </a:p>
          <a:p>
            <a:pPr/>
            <a:r>
              <a:t>Entity and business-object structures</a:t>
            </a:r>
          </a:p>
          <a:p>
            <a:pPr/>
            <a:r>
              <a:t>Data quality considerations</a:t>
            </a:r>
          </a:p>
          <a:p>
            <a:pPr/>
            <a:r>
              <a:t>Migration complexity drivers</a:t>
            </a:r>
          </a:p>
          <a:p>
            <a:pPr/>
            <a:r>
              <a:t>Reporting and integration impacts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scope and out of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From Work Order 00017527 — anything not listed in-scope follows change control.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In scope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Out of scope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pPr/>
            <a:r>
              <a:t>Project team mobilisation</a:t>
            </a:r>
          </a:p>
          <a:p>
            <a:pPr/>
            <a:r>
              <a:t>Project Definition Study and Project Definition Document</a:t>
            </a:r>
          </a:p>
          <a:p>
            <a:pPr/>
            <a:r>
              <a:t>Support for new RRH data model analysis</a:t>
            </a:r>
          </a:p>
          <a:p>
            <a:pPr/>
            <a:r>
              <a:t>Data mapping document for FINREP on RRH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pPr/>
            <a:r>
              <a:t>Acceptance / integration / performance / UAT testing</a:t>
            </a:r>
          </a:p>
          <a:p>
            <a:pPr/>
            <a:r>
              <a:t>Source-system extraction (Intesa responsibility)</a:t>
            </a:r>
          </a:p>
          <a:p>
            <a:pPr/>
            <a:r>
              <a:t>Build, configuration and go-live support</a:t>
            </a:r>
          </a:p>
          <a:p>
            <a:pPr/>
            <a:r>
              <a:t>Non-regulatory reports and formal training</a:t>
            </a:r>
          </a:p>
          <a:p>
            <a:pPr/>
            <a:r>
              <a:t>3rd-party software install / configuration</a:t>
            </a:r>
          </a:p>
          <a:p>
            <a:pPr/>
            <a:r>
              <a:t>Post-implementation / parallel-run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workstreams, one outcome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WORKSTREAMS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Both run in parallel through 31 December 2026.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9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9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A. Project Definition Study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>
            <a:pPr/>
            <a:r>
              <a:t>Functional scope of the migration</a:t>
            </a:r>
          </a:p>
          <a:p>
            <a:pPr/>
            <a:r>
              <a:t>Stakeholder expectations</a:t>
            </a:r>
          </a:p>
          <a:p>
            <a:pPr/>
            <a:r>
              <a:t>Constraints and dependencies</a:t>
            </a:r>
          </a:p>
          <a:p>
            <a:pPr/>
            <a:r>
              <a:t>Initial migration strategy</a:t>
            </a:r>
          </a:p>
          <a:p>
            <a:pPr/>
            <a:r>
              <a:t>Target operating model</a:t>
            </a:r>
          </a:p>
          <a:p>
            <a:pPr/>
            <a:r>
              <a:t>Governance and engagement model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97" sz="quarter"/>
          </p:nvPr>
        </p:nvSpPr>
        <p:spPr/>
        <p:txBody>
          <a:bodyPr/>
          <a:lstStyle/>
          <a:p>
            <a:r>
              <a:t>B. Data Model Analysis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98" sz="quarter"/>
          </p:nvPr>
        </p:nvSpPr>
        <p:spPr/>
        <p:txBody>
          <a:bodyPr/>
          <a:lstStyle/>
          <a:p>
            <a:pPr/>
            <a:r>
              <a:t>RRH / RGD data architecture</a:t>
            </a:r>
          </a:p>
          <a:p>
            <a:pPr/>
            <a:r>
              <a:t>Entity relationships and business objects</a:t>
            </a:r>
          </a:p>
          <a:p>
            <a:pPr/>
            <a:r>
              <a:t>Master and transactional structures</a:t>
            </a:r>
          </a:p>
          <a:p>
            <a:pPr/>
            <a:r>
              <a:t>Source-to-target mapping requirements</a:t>
            </a:r>
          </a:p>
          <a:p>
            <a:pPr/>
            <a:r>
              <a:t>Data quality and complexity drivers</a:t>
            </a:r>
          </a:p>
          <a:p>
            <a:pPr/>
            <a:r>
              <a:t>Reporting and integration impacts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How we will work</a:t>
            </a:r>
          </a:p>
          <a:p>
            <a:r>
              <a:t>through year-end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03  Workshop series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Workshop-based Project Definition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Proven pattern from prior PDS engagements: short focused sessions, documented outcomes, iterative refinement.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01  Discover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02  Define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03  Analyse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04  Recommend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Current state, products, volumes, source landscape and stakeholder expectations.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Target FINREP-on-RRH scope, architecture overview and operating model.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t>RGD structures, source samples, mapping and gap analysis.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t>Risks, effort drivers and the baseline for the 2027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to 31 December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7976" y="1792223"/>
          <a:ext cx="11505600" cy="470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128"/>
                <a:gridCol w="2071008"/>
                <a:gridCol w="5062464"/>
              </a:tblGrid>
              <a:tr h="522845">
                <a:tc>
                  <a:txBody>
                    <a:bodyPr/>
                    <a:lstStyle/>
                    <a:p>
                      <a:pPr>
                        <a:defRPr sz="1200" b="1">
                          <a:latin typeface="Fira Sans"/>
                        </a:defRPr>
                      </a:pPr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Fira Sans"/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Fira Sans"/>
                        </a:defRPr>
                      </a:pPr>
                      <a:r>
                        <a:t>Focus</a:t>
                      </a:r>
                    </a:p>
                  </a:txBody>
                  <a:tcPr/>
                </a:tc>
              </a:tr>
              <a:tr h="522845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Workshop 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7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Teams, plan, inputs, working agreements</a:t>
                      </a:r>
                    </a:p>
                  </a:txBody>
                  <a:tcPr/>
                </a:tc>
              </a:tr>
              <a:tr h="522845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Discovery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18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Current landscape, stakeholders, expectations</a:t>
                      </a:r>
                    </a:p>
                  </a:txBody>
                  <a:tcPr/>
                </a:tc>
              </a:tr>
              <a:tr h="522845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Current-state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9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Products, volumes, processes, constraints</a:t>
                      </a:r>
                    </a:p>
                  </a:txBody>
                  <a:tcPr/>
                </a:tc>
              </a:tr>
              <a:tr h="522845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Target application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16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RRH / Rcloud, FINREP coverage, TOM</a:t>
                      </a:r>
                    </a:p>
                  </a:txBody>
                  <a:tcPr/>
                </a:tc>
              </a:tr>
              <a:tr h="522845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RRH data model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6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RGD structures, entities, local flavours</a:t>
                      </a:r>
                    </a:p>
                  </a:txBody>
                  <a:tcPr/>
                </a:tc>
              </a:tr>
              <a:tr h="522845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Source data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27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SIRE samples, formats, quality, delivery</a:t>
                      </a:r>
                    </a:p>
                  </a:txBody>
                  <a:tcPr/>
                </a:tc>
              </a:tr>
              <a:tr h="522845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Gap analysis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15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Mapping gaps, ownership, complexity</a:t>
                      </a:r>
                    </a:p>
                  </a:txBody>
                  <a:tcPr/>
                </a:tc>
              </a:tr>
              <a:tr h="522851"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Final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18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ira Sans"/>
                        </a:defRPr>
                      </a:pPr>
                      <a:r>
                        <a:t>Definition pack, risks, 2027 next steps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WORKSHOPS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catalogue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7976" y="1792223"/>
          <a:ext cx="11505600" cy="470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232"/>
                <a:gridCol w="5752800"/>
                <a:gridCol w="3221568"/>
              </a:tblGrid>
              <a:tr h="588201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Audience</a:t>
                      </a:r>
                    </a:p>
                  </a:txBody>
                  <a:tcPr/>
                </a:tc>
              </a:tr>
              <a:tr h="588201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PM /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Roles, RAID, cadence, sign-off, engagement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PMs + sponsors</a:t>
                      </a:r>
                    </a:p>
                  </a:txBody>
                  <a:tcPr/>
                </a:tc>
              </a:tr>
              <a:tr h="588201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Business model, entities, FINREP scope,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Business + delivery</a:t>
                      </a:r>
                    </a:p>
                  </a:txBody>
                  <a:tcPr/>
                </a:tc>
              </a:tr>
              <a:tr h="588201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Current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Source systems, processes, known issues,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Business + IT</a:t>
                      </a:r>
                    </a:p>
                  </a:txBody>
                  <a:tcPr/>
                </a:tc>
              </a:tr>
              <a:tr h="588201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Target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RRH capabilities, Rcloud, FINREP coverage, 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Business + architecture</a:t>
                      </a:r>
                    </a:p>
                  </a:txBody>
                  <a:tcPr/>
                </a:tc>
              </a:tr>
              <a:tr h="588201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Data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RGD overview, entities, master/transactional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Data + functional</a:t>
                      </a:r>
                    </a:p>
                  </a:txBody>
                  <a:tcPr/>
                </a:tc>
              </a:tr>
              <a:tr h="588201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Source &amp;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SIRE dictionary, samples, source-to-RGD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Data + SI / ETL</a:t>
                      </a:r>
                    </a:p>
                  </a:txBody>
                  <a:tcPr/>
                </a:tc>
              </a:tr>
              <a:tr h="58820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Gaps &amp; wrap-up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Gap register, risks, recommendations, next 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All stakeholders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cover in the sessions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WORKSHOPS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Indicative agenda building blocks — refined per workshop invite.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Discovery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Target application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pPr/>
            <a:r>
              <a:t>FINREP scope and first reporting date</a:t>
            </a:r>
          </a:p>
          <a:p>
            <a:pPr/>
            <a:r>
              <a:t>Products, counterparties, volumes</a:t>
            </a:r>
          </a:p>
          <a:p>
            <a:pPr/>
            <a:r>
              <a:t>Stakeholder expectations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SIRE and related sources</a:t>
            </a:r>
          </a:p>
          <a:p>
            <a:pPr/>
            <a:r>
              <a:t>Existing FINREP process</a:t>
            </a:r>
          </a:p>
          <a:p>
            <a:pPr/>
            <a:r>
              <a:t>Known limitations and manual work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RRH / Rcloud walkthrough</a:t>
            </a:r>
          </a:p>
          <a:p>
            <a:pPr/>
            <a:r>
              <a:t>Map-once, report-many model</a:t>
            </a:r>
          </a:p>
          <a:p>
            <a:pPr/>
            <a:r>
              <a:t>Target operating model options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t>RGD core vs local flavours</a:t>
            </a:r>
          </a:p>
          <a:p>
            <a:pPr/>
            <a:r>
              <a:t>Business objects and relations</a:t>
            </a:r>
          </a:p>
          <a:p>
            <a:pPr/>
            <a:r>
              <a:t>Module relevance for FINREP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Source &amp; mapping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pPr/>
            <a:r>
              <a:t>Data dictionary and samples</a:t>
            </a:r>
          </a:p>
          <a:p>
            <a:pPr/>
            <a:r>
              <a:t>File formats and cut-offs</a:t>
            </a:r>
          </a:p>
          <a:p>
            <a:pPr/>
            <a:r>
              <a:t>Draft source-to-RGD mapping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>
            <a:r>
              <a:t>Gaps &amp; wrap-up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3" sz="quarter"/>
          </p:nvPr>
        </p:nvSpPr>
        <p:spPr/>
        <p:txBody>
          <a:bodyPr/>
          <a:lstStyle/>
          <a:p>
            <a:pPr/>
            <a:r>
              <a:t>Gap and risk register</a:t>
            </a:r>
          </a:p>
          <a:p>
            <a:pPr/>
            <a:r>
              <a:t>Ownership matrix</a:t>
            </a:r>
          </a:p>
          <a:p>
            <a:pPr/>
            <a:r>
              <a:t>Recommendations into 2027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Who delivers</a:t>
            </a:r>
          </a:p>
          <a:p>
            <a:r>
              <a:t>and how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04  Team &amp; way of working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in the room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PEOPLE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Named counterparts from the work order; remaining Intesa roles to confirm today.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Regnology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Intesa Sanpaolo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pPr/>
            <a:r>
              <a:t>Mihaela Hauca — Project Manager</a:t>
            </a:r>
          </a:p>
          <a:p>
            <a:pPr/>
            <a:r>
              <a:t>Kevin Van den Bossche — delivery support</a:t>
            </a:r>
          </a:p>
          <a:p>
            <a:pPr/>
            <a:r>
              <a:t>Arjan Groen</a:t>
            </a:r>
          </a:p>
          <a:p>
            <a:pPr/>
            <a:r>
              <a:t>Amneris Daci</a:t>
            </a:r>
          </a:p>
          <a:p>
            <a:pPr/>
            <a:r>
              <a:t>Francesco Pierobon</a:t>
            </a:r>
          </a:p>
          <a:p>
            <a:pPr/>
            <a:r>
              <a:t>Georgette Ballul</a:t>
            </a:r>
          </a:p>
          <a:p>
            <a:pPr/>
          </a:p>
          <a:p>
            <a:pPr/>
            <a:r>
              <a:t>Effort envelope: 104h functional · 32h technical · 24h PM.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pPr/>
            <a:r>
              <a:t>Lorenzo Marzagalli — Project Manager</a:t>
            </a:r>
          </a:p>
          <a:p>
            <a:pPr/>
            <a:r>
              <a:t>Sponsor — to name today</a:t>
            </a:r>
          </a:p>
          <a:p>
            <a:pPr/>
            <a:r>
              <a:t>Business owner — to name today</a:t>
            </a:r>
          </a:p>
          <a:p>
            <a:pPr/>
            <a:r>
              <a:t>Branch / FINREP SMEs — to name today</a:t>
            </a:r>
          </a:p>
          <a:p>
            <a:pPr/>
            <a:r>
              <a:t>Data / SI contacts for SIRE samples</a:t>
            </a:r>
          </a:p>
          <a:p>
            <a:pPr/>
          </a:p>
          <a:p>
            <a:pPr/>
            <a:r>
              <a:t>Coordinates internal stakeholders and access.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GOVERNANCE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matrix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7976" y="1792223"/>
          <a:ext cx="11505600" cy="470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680"/>
                <a:gridCol w="2531232"/>
                <a:gridCol w="2991456"/>
                <a:gridCol w="2531232"/>
              </a:tblGrid>
              <a:tr h="470561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Accountable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Responsible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Contributors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Project kick-off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Sponsor, Business Owner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Stakeholder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Customer project team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Current-state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Business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Customer project team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Target application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Customer project team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Data model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Customer project team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Source data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Business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Customer project team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Functional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Customer project team</a:t>
                      </a:r>
                    </a:p>
                  </a:txBody>
                  <a:tcPr/>
                </a:tc>
              </a:tr>
              <a:tr h="470561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PM &amp; 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All stakeholders</a:t>
                      </a:r>
                    </a:p>
                  </a:txBody>
                  <a:tcPr/>
                </a:tc>
              </a:tr>
              <a:tr h="47056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Final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PM &amp; 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All stakeholders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will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WORKING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Taken from the signed work order assumptions.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Remote delivery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Intesa provides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Sign-off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Cadence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Remote within business hours (09:00–17:00 local), unless otherwise agreed in writing.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People, access, documentation, environments and data in the prescribed format.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t>Documents and reports signed off within five business days of request.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t>Joint planning of workshops; RAID maintained; progress reviewed in regular PM syncs.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160 hours through 31 December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EFFORT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Time &amp; materials · Estimated Project Value €31,080 · 80% committed draw-down.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104 hours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32 hours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24 hours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160 hours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Functional consultant</a:t>
            </a:r>
          </a:p>
          <a:p>
            <a:pPr/>
            <a:r>
              <a:t>Requirements, workshops, definition and mapping.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Technical consultant</a:t>
            </a:r>
          </a:p>
          <a:p>
            <a:pPr/>
            <a:r>
              <a:t>Data model, architecture and technical assessment.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t>Project management</a:t>
            </a:r>
          </a:p>
          <a:p>
            <a:pPr/>
            <a:r>
              <a:t>Plan, coordination, RAID and reporting.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t>Total for the study</a:t>
            </a:r>
          </a:p>
          <a:p>
            <a:pPr/>
            <a:r>
              <a:t>Valid until Work Order Expiry Date: 31 Dec 2026.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What we need</a:t>
            </a:r>
          </a:p>
          <a:p>
            <a:r>
              <a:t>to start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05  Inputs &amp; decisions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 from Intesa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INPUTS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So discovery and mapping can start immediately after this meeting.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Names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Access &amp; docs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Sample data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pPr/>
            <a:r>
              <a:t>Sponsor</a:t>
            </a:r>
          </a:p>
          <a:p>
            <a:pPr/>
            <a:r>
              <a:t>Business owner</a:t>
            </a:r>
          </a:p>
          <a:p>
            <a:pPr/>
            <a:r>
              <a:t>Branch / FINREP contacts</a:t>
            </a:r>
          </a:p>
          <a:p>
            <a:pPr/>
            <a:r>
              <a:t>Data and SI counterparts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Systems landscape</a:t>
            </a:r>
          </a:p>
          <a:p>
            <a:pPr/>
            <a:r>
              <a:t>Existing FINREP documentation</a:t>
            </a:r>
          </a:p>
          <a:p>
            <a:pPr/>
            <a:r>
              <a:t>Study / UAT environment access</a:t>
            </a:r>
          </a:p>
          <a:p>
            <a:pPr/>
            <a:r>
              <a:t>Security and connectivity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SIRE data dictionary</a:t>
            </a:r>
          </a:p>
          <a:p>
            <a:pPr/>
            <a:r>
              <a:t>Representative FINREP-related extracts</a:t>
            </a:r>
          </a:p>
          <a:p>
            <a:pPr/>
            <a:r>
              <a:t>File formats and cut-off times</a:t>
            </a:r>
          </a:p>
          <a:p>
            <a:pPr/>
            <a:r>
              <a:t>Known data-quality gaps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agreements we need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TODAY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Lock these so the workshop calendar can be issued this week.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01  Counterparts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02  Dates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03  First inputs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pPr/>
            <a:r>
              <a:t>Confirm sponsor, business owner and workshop attendees for September–October.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Confirm or adjust the milestone dates from the pre-kick-off plan.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Agree owners and due dates for access, documentation and sample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From this kick-off into the first discovery workshops.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This week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By mid-September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Through Q4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By 31 Dec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pPr/>
            <a:r>
              <a:t>Issue workshop calendar</a:t>
            </a:r>
          </a:p>
          <a:p>
            <a:pPr/>
            <a:r>
              <a:t>Share request list for docs/data</a:t>
            </a:r>
          </a:p>
          <a:p>
            <a:pPr/>
            <a:r>
              <a:t>Set recurring PM sync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t>Complete discovery workshops</a:t>
            </a:r>
          </a:p>
          <a:p>
            <a:pPr/>
            <a:r>
              <a:t>Mobilise named SMEs</a:t>
            </a:r>
          </a:p>
          <a:p>
            <a:pPr/>
            <a:r>
              <a:t>Baseline RAID log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t>Run assessment workshops</a:t>
            </a:r>
          </a:p>
          <a:p>
            <a:pPr/>
            <a:r>
              <a:t>Iterate definition &amp; mapping packs</a:t>
            </a:r>
          </a:p>
          <a:p>
            <a:pPr/>
            <a:r>
              <a:t>Review at each milestone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t>Final recommendations</a:t>
            </a:r>
          </a:p>
          <a:p>
            <a:pPr/>
            <a:r>
              <a:t>Signed definition &amp; mapping</a:t>
            </a:r>
          </a:p>
          <a:p>
            <a:pPr/>
            <a:r>
              <a:t>Handover into 2027 planning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start the workshops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Intesa Sanpaolo  ·  FINREP on RRH  ·  Project Definition Study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gnology">
  <a:themeElements>
    <a:clrScheme name="Custom 1">
      <a:dk1>
        <a:srgbClr val="7F959E"/>
      </a:dk1>
      <a:lt1>
        <a:srgbClr val="FFFFFF"/>
      </a:lt1>
      <a:dk2>
        <a:srgbClr val="A0AAAA"/>
      </a:dk2>
      <a:lt2>
        <a:srgbClr val="E1E5E6"/>
      </a:lt2>
      <a:accent1>
        <a:srgbClr val="747979"/>
      </a:accent1>
      <a:accent2>
        <a:srgbClr val="02A74D"/>
      </a:accent2>
      <a:accent3>
        <a:srgbClr val="3AE65A"/>
      </a:accent3>
      <a:accent4>
        <a:srgbClr val="1689BE"/>
      </a:accent4>
      <a:accent5>
        <a:srgbClr val="002C3E"/>
      </a:accent5>
      <a:accent6>
        <a:srgbClr val="EC9D1A"/>
      </a:accent6>
      <a:hlink>
        <a:srgbClr val="1689BE"/>
      </a:hlink>
      <a:folHlink>
        <a:srgbClr val="02A74D"/>
      </a:folHlink>
    </a:clrScheme>
    <a:fontScheme name="Regnology">
      <a:majorFont>
        <a:latin typeface="Regnology Sans"/>
        <a:ea typeface=""/>
        <a:cs typeface=""/>
      </a:majorFont>
      <a:minorFont>
        <a:latin typeface="Regnology Sans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tx2"/>
        </a:solidFill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dirty="0" err="1" smtClean="0">
            <a:latin typeface="+mj-lt"/>
          </a:defRPr>
        </a:defPPr>
      </a:lstStyle>
    </a:txDef>
  </a:objectDefaults>
  <a:extraClrSchemeLst/>
  <a:custClrLst>
    <a:custClr name="yellow 01">
      <a:srgbClr val="F0FF55"/>
    </a:custClr>
    <a:custClr name="light green 02">
      <a:srgbClr val="B4F955"/>
    </a:custClr>
    <a:custClr name="green 03">
      <a:srgbClr val="77F45A"/>
    </a:custClr>
    <a:custClr name="Regnology Green">
      <a:srgbClr val="3CE65A"/>
    </a:custClr>
    <a:custClr name="dark green 04">
      <a:srgbClr val="28B46E"/>
    </a:custClr>
    <a:custClr name="green blue 05">
      <a:srgbClr val="14778C"/>
    </a:custClr>
    <a:custClr name="blue 06">
      <a:srgbClr val="003CA0"/>
    </a:custClr>
    <a:custClr name="blue 07">
      <a:srgbClr val="2372BE"/>
    </a:custClr>
    <a:custClr name="light blue 08">
      <a:srgbClr val="41AAE1"/>
    </a:custClr>
    <a:custClr name=" bright blue 09">
      <a:srgbClr val="64E1FF"/>
    </a:custClr>
  </a:custClrLst>
  <a:extLst>
    <a:ext uri="{05A4C25C-085E-4340-85A3-A5531E510DB2}">
      <thm15:themeFamily xmlns:thm15="http://schemas.microsoft.com/office/thememl/2012/main" name="1.1_Regnology_PowerPoint_Master.potx" id="{E0ECD49A-916B-4A00-BE7E-ACBF878C66D7}" vid="{5020DB47-3843-4CFF-91A4-F28996CB4FC9}"/>
    </a:ext>
  </a:extLst>
</a:theme>
</file>

<file path=ppt/theme/theme2.xml><?xml version="1.0" encoding="utf-8"?>
<a:theme xmlns:a="http://schemas.openxmlformats.org/drawingml/2006/main" name="Office">
  <a:themeElements>
    <a:clrScheme name="Regnology">
      <a:dk1>
        <a:sysClr val="windowText" lastClr="000000"/>
      </a:dk1>
      <a:lt1>
        <a:sysClr val="window" lastClr="FFFFFF"/>
      </a:lt1>
      <a:dk2>
        <a:srgbClr val="7B7B7B"/>
      </a:dk2>
      <a:lt2>
        <a:srgbClr val="2F2F2F"/>
      </a:lt2>
      <a:accent1>
        <a:srgbClr val="F0FF55"/>
      </a:accent1>
      <a:accent2>
        <a:srgbClr val="B4F955"/>
      </a:accent2>
      <a:accent3>
        <a:srgbClr val="77F45A"/>
      </a:accent3>
      <a:accent4>
        <a:srgbClr val="3CE65A"/>
      </a:accent4>
      <a:accent5>
        <a:srgbClr val="28B46E"/>
      </a:accent5>
      <a:accent6>
        <a:srgbClr val="14778C"/>
      </a:accent6>
      <a:hlink>
        <a:srgbClr val="000000"/>
      </a:hlink>
      <a:folHlink>
        <a:srgbClr val="000000"/>
      </a:folHlink>
    </a:clrScheme>
    <a:fontScheme name="Regnology">
      <a:majorFont>
        <a:latin typeface="Regnology Sans"/>
        <a:ea typeface=""/>
        <a:cs typeface=""/>
      </a:majorFont>
      <a:minorFont>
        <a:latin typeface="Regnology Sans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yellow 01">
      <a:srgbClr val="F0FF55"/>
    </a:custClr>
    <a:custClr name="light green 02">
      <a:srgbClr val="B4F955"/>
    </a:custClr>
    <a:custClr name="green 03">
      <a:srgbClr val="77F45A"/>
    </a:custClr>
    <a:custClr name="Regnology Green">
      <a:srgbClr val="3CE65A"/>
    </a:custClr>
    <a:custClr name="dark green 04">
      <a:srgbClr val="28B46E"/>
    </a:custClr>
    <a:custClr name="green blue 05">
      <a:srgbClr val="14778C"/>
    </a:custClr>
    <a:custClr name="blue 06">
      <a:srgbClr val="003CA0"/>
    </a:custClr>
    <a:custClr name="blue 07">
      <a:srgbClr val="2372BE"/>
    </a:custClr>
    <a:custClr name="light blue 08">
      <a:srgbClr val="41AAE1"/>
    </a:custClr>
    <a:custClr name=" bright blue 09">
      <a:srgbClr val="64E1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gnology">
      <a:dk1>
        <a:sysClr val="windowText" lastClr="000000"/>
      </a:dk1>
      <a:lt1>
        <a:sysClr val="window" lastClr="FFFFFF"/>
      </a:lt1>
      <a:dk2>
        <a:srgbClr val="7B7B7B"/>
      </a:dk2>
      <a:lt2>
        <a:srgbClr val="2F2F2F"/>
      </a:lt2>
      <a:accent1>
        <a:srgbClr val="F0FF55"/>
      </a:accent1>
      <a:accent2>
        <a:srgbClr val="B4F955"/>
      </a:accent2>
      <a:accent3>
        <a:srgbClr val="77F45A"/>
      </a:accent3>
      <a:accent4>
        <a:srgbClr val="3CE65A"/>
      </a:accent4>
      <a:accent5>
        <a:srgbClr val="28B46E"/>
      </a:accent5>
      <a:accent6>
        <a:srgbClr val="14778C"/>
      </a:accent6>
      <a:hlink>
        <a:srgbClr val="000000"/>
      </a:hlink>
      <a:folHlink>
        <a:srgbClr val="000000"/>
      </a:folHlink>
    </a:clrScheme>
    <a:fontScheme name="Regnology">
      <a:majorFont>
        <a:latin typeface="Regnology Sans"/>
        <a:ea typeface=""/>
        <a:cs typeface=""/>
      </a:majorFont>
      <a:minorFont>
        <a:latin typeface="Regnology Sans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yellow 01">
      <a:srgbClr val="F0FF55"/>
    </a:custClr>
    <a:custClr name="light green 02">
      <a:srgbClr val="B4F955"/>
    </a:custClr>
    <a:custClr name="green 03">
      <a:srgbClr val="77F45A"/>
    </a:custClr>
    <a:custClr name="Regnology Green">
      <a:srgbClr val="3CE65A"/>
    </a:custClr>
    <a:custClr name="dark green 04">
      <a:srgbClr val="28B46E"/>
    </a:custClr>
    <a:custClr name="green blue 05">
      <a:srgbClr val="14778C"/>
    </a:custClr>
    <a:custClr name="blue 06">
      <a:srgbClr val="003CA0"/>
    </a:custClr>
    <a:custClr name="blue 07">
      <a:srgbClr val="2372BE"/>
    </a:custClr>
    <a:custClr name="light blue 08">
      <a:srgbClr val="41AAE1"/>
    </a:custClr>
    <a:custClr name=" bright blue 09">
      <a:srgbClr val="64E1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0394-3709-429a-839a-2c57067f2989" xsi:nil="true"/>
    <lcf76f155ced4ddcb4097134ff3c332f xmlns="c140acf6-d4d7-451f-84ac-fca2b66f256d">
      <Terms xmlns="http://schemas.microsoft.com/office/infopath/2007/PartnerControls"/>
    </lcf76f155ced4ddcb4097134ff3c332f>
    <Image xmlns="c140acf6-d4d7-451f-84ac-fca2b66f256d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40AD791DB254CAEB9FCBB96E829A3" ma:contentTypeVersion="11" ma:contentTypeDescription="Ein neues Dokument erstellen." ma:contentTypeScope="" ma:versionID="cbe89eeb92062248dfa6270f3dbf9e21">
  <xsd:schema xmlns:xsd="http://www.w3.org/2001/XMLSchema" xmlns:xs="http://www.w3.org/2001/XMLSchema" xmlns:p="http://schemas.microsoft.com/office/2006/metadata/properties" xmlns:ns1="http://schemas.microsoft.com/sharepoint/v3" xmlns:ns2="6a819024-b2e4-4c8a-bef1-285290e99c57" xmlns:ns3="bd80b9dd-5f3f-4c0a-992d-1ce7e9436b9d" xmlns:ns4="c140acf6-d4d7-451f-84ac-fca2b66f256d" xmlns:ns5="da910394-3709-429a-839a-2c57067f2989" targetNamespace="http://schemas.microsoft.com/office/2006/metadata/properties" ma:root="true" ma:fieldsID="295131a113f946efb635cbb2e4c5df9e" ns1:_="" ns2:_="" ns3:_="" ns4:_="" ns5:_="">
    <xsd:import namespace="http://schemas.microsoft.com/sharepoint/v3"/>
    <xsd:import namespace="6a819024-b2e4-4c8a-bef1-285290e99c57"/>
    <xsd:import namespace="bd80b9dd-5f3f-4c0a-992d-1ce7e9436b9d"/>
    <xsd:import namespace="c140acf6-d4d7-451f-84ac-fca2b66f256d"/>
    <xsd:import namespace="da910394-3709-429a-839a-2c57067f29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4:lcf76f155ced4ddcb4097134ff3c332f" minOccurs="0"/>
                <xsd:element ref="ns5:TaxCatchAll" minOccurs="0"/>
                <xsd:element ref="ns4:Image" minOccurs="0"/>
                <xsd:element ref="ns1:_ip_UnifiedCompliancePolicyProperties" minOccurs="0"/>
                <xsd:element ref="ns1:_ip_UnifiedCompliancePolicyUIAction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819024-b2e4-4c8a-bef1-285290e99c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80b9dd-5f3f-4c0a-992d-1ce7e9436b9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0acf6-d4d7-451f-84ac-fca2b66f256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83c39d8-f431-423e-acc1-2d9c0a19de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mage" ma:index="24" nillable="true" ma:displayName="Image" ma:format="Thumbnail" ma:internalName="Image">
      <xsd:simpleType>
        <xsd:restriction base="dms:Unknown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0394-3709-429a-839a-2c57067f2989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7e0dd8ab-7f7b-4847-b284-50124f80311c}" ma:internalName="TaxCatchAll" ma:showField="CatchAllData" ma:web="da910394-3709-429a-839a-2c57067f29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DE4183-F529-4BE5-9525-1395A26290FE}">
  <ds:schemaRefs>
    <ds:schemaRef ds:uri="http://schemas.microsoft.com/office/infopath/2007/PartnerControls"/>
    <ds:schemaRef ds:uri="http://schemas.microsoft.com/sharepoint/v3"/>
    <ds:schemaRef ds:uri="http://www.w3.org/XML/1998/namespace"/>
    <ds:schemaRef ds:uri="http://schemas.openxmlformats.org/package/2006/metadata/core-properties"/>
    <ds:schemaRef ds:uri="c140acf6-d4d7-451f-84ac-fca2b66f256d"/>
    <ds:schemaRef ds:uri="http://purl.org/dc/elements/1.1/"/>
    <ds:schemaRef ds:uri="http://schemas.microsoft.com/office/2006/metadata/properties"/>
    <ds:schemaRef ds:uri="bd80b9dd-5f3f-4c0a-992d-1ce7e9436b9d"/>
    <ds:schemaRef ds:uri="http://schemas.microsoft.com/office/2006/documentManagement/types"/>
    <ds:schemaRef ds:uri="http://purl.org/dc/dcmitype/"/>
    <ds:schemaRef ds:uri="da910394-3709-429a-839a-2c57067f2989"/>
    <ds:schemaRef ds:uri="6a819024-b2e4-4c8a-bef1-285290e99c5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252B615-2B7A-4268-83E2-CE2B9FE98E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a819024-b2e4-4c8a-bef1-285290e99c57"/>
    <ds:schemaRef ds:uri="bd80b9dd-5f3f-4c0a-992d-1ce7e9436b9d"/>
    <ds:schemaRef ds:uri="c140acf6-d4d7-451f-84ac-fca2b66f256d"/>
    <ds:schemaRef ds:uri="da910394-3709-429a-839a-2c57067f29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7A6AD5-82B9-4B20-BBFD-40CD1517B5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9170</Words>
  <Application>Microsoft Office PowerPoint</Application>
  <PresentationFormat>Widescreen</PresentationFormat>
  <Paragraphs>1230</Paragraphs>
  <Slides>116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5" baseType="lpstr">
      <vt:lpstr>Regnology Sans Medium</vt:lpstr>
      <vt:lpstr>Symbol</vt:lpstr>
      <vt:lpstr>Arial</vt:lpstr>
      <vt:lpstr>Overused Grotesk</vt:lpstr>
      <vt:lpstr>Aptos</vt:lpstr>
      <vt:lpstr>Regnology Sans</vt:lpstr>
      <vt:lpstr>Courier New</vt:lpstr>
      <vt:lpstr>Wingdings</vt:lpstr>
      <vt:lpstr>1_Regnology</vt:lpstr>
      <vt:lpstr>Template  Guidelines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Presentation title on one, two or multiple lines.</vt:lpstr>
      <vt:lpstr>Presentation title on one, two or multiple lines.</vt:lpstr>
      <vt:lpstr>Presentation title on one, two or multiple lines.</vt:lpstr>
      <vt:lpstr>Presentation title on one, two or multiple lines.</vt:lpstr>
      <vt:lpstr>Slide title, Agenda</vt:lpstr>
      <vt:lpstr>Slide title, Agenda</vt:lpstr>
      <vt:lpstr>Slide title, Agenda</vt:lpstr>
      <vt:lpstr>Slide title, Agenda</vt:lpstr>
      <vt:lpstr>Slide title, Agenda</vt:lpstr>
      <vt:lpstr>Slide title, Agenda</vt:lpstr>
      <vt:lpstr>Slide title, Agenda</vt:lpstr>
      <vt:lpstr>Slide title, Agenda</vt:lpstr>
      <vt:lpstr>Slide title, Agenda</vt:lpstr>
      <vt:lpstr>Slide title, Agenda</vt:lpstr>
      <vt:lpstr>Slide title, Agenda</vt:lpstr>
      <vt:lpstr>Slide title,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slide (light)</vt:lpstr>
      <vt:lpstr>Basic slide (light) / with footer</vt:lpstr>
      <vt:lpstr>Basic slide (grey)</vt:lpstr>
      <vt:lpstr>Basic slide (grey) / with footer</vt:lpstr>
      <vt:lpstr>Basic slide (blue)</vt:lpstr>
      <vt:lpstr>Basic slide (blue) / with footer</vt:lpstr>
      <vt:lpstr>Slide textbox 1 - light</vt:lpstr>
      <vt:lpstr>Slide textbox 2 - light</vt:lpstr>
      <vt:lpstr>Slide textbox 3 - light</vt:lpstr>
      <vt:lpstr>Slide textbox 4 - light</vt:lpstr>
      <vt:lpstr>Slide textbox 4 horizontal - light</vt:lpstr>
      <vt:lpstr>Slide textbox 6 - light</vt:lpstr>
      <vt:lpstr>Slide textbox 8 - light</vt:lpstr>
      <vt:lpstr>Slide textbox 1 - grey</vt:lpstr>
      <vt:lpstr>Slide textbox 2 - grey</vt:lpstr>
      <vt:lpstr>Slide textbox 3 - grey</vt:lpstr>
      <vt:lpstr>Slide textbox 4 - grey</vt:lpstr>
      <vt:lpstr>Slide textbox 4 horizontal - grey</vt:lpstr>
      <vt:lpstr>Slide textbox 6 - grey</vt:lpstr>
      <vt:lpstr>Slide textbox 8 - grey</vt:lpstr>
      <vt:lpstr>Slide textbox icons 6</vt:lpstr>
      <vt:lpstr>Slide textbox icons 8</vt:lpstr>
      <vt:lpstr>Box slide design 1 (light)</vt:lpstr>
      <vt:lpstr>Box slide design 1 (blue)</vt:lpstr>
      <vt:lpstr>Box slide design 1 (grey)</vt:lpstr>
      <vt:lpstr>Box slide design 2</vt:lpstr>
      <vt:lpstr>Box slide design 3 (white)</vt:lpstr>
      <vt:lpstr>Box slide design 3 (blue)</vt:lpstr>
      <vt:lpstr>Box slide design 3 (grey)</vt:lpstr>
      <vt:lpstr>Box slide design 4 Plain box</vt:lpstr>
      <vt:lpstr>Cards</vt:lpstr>
      <vt:lpstr>Cards</vt:lpstr>
      <vt:lpstr>Cards</vt:lpstr>
      <vt:lpstr>Cards</vt:lpstr>
      <vt:lpstr>Cards</vt:lpstr>
      <vt:lpstr>Cards</vt:lpstr>
      <vt:lpstr>Cards</vt:lpstr>
      <vt:lpstr>Image slide 1</vt:lpstr>
      <vt:lpstr>Image slide 2</vt:lpstr>
      <vt:lpstr>Image slide 3</vt:lpstr>
      <vt:lpstr>Image slide 4</vt:lpstr>
      <vt:lpstr>Image slide 5</vt:lpstr>
      <vt:lpstr>Image slide 6</vt:lpstr>
      <vt:lpstr>Image slide 7</vt:lpstr>
      <vt:lpstr>Image slide 8</vt:lpstr>
      <vt:lpstr>Slide title, Table</vt:lpstr>
      <vt:lpstr>Slide title, Matrix</vt:lpstr>
      <vt:lpstr>Slide title Pie diagram</vt:lpstr>
      <vt:lpstr>Slide title Pie diagram with lead lines</vt:lpstr>
      <vt:lpstr>Slide title Line chart progression</vt:lpstr>
      <vt:lpstr>Slide title Chart</vt:lpstr>
      <vt:lpstr>Slide title Chart</vt:lpstr>
      <vt:lpstr>Slide title Chart</vt:lpstr>
      <vt:lpstr>Slide title Venn Diagram</vt:lpstr>
      <vt:lpstr>Slide title Concept diagram</vt:lpstr>
      <vt:lpstr>Slide title, Chart</vt:lpstr>
      <vt:lpstr>Slide title, Chart</vt:lpstr>
      <vt:lpstr>Slide title World map</vt:lpstr>
      <vt:lpstr>Slide title Map of Europe</vt:lpstr>
      <vt:lpstr>Slide title Map of America</vt:lpstr>
      <vt:lpstr>Slide title Map of Asia</vt:lpstr>
      <vt:lpstr>Slide title Map of Africa</vt:lpstr>
      <vt:lpstr>Slide title Map of Australia</vt:lpstr>
      <vt:lpstr>Process slide 1 – Timeline view</vt:lpstr>
      <vt:lpstr>Process slide 2 – Timeline view II</vt:lpstr>
      <vt:lpstr>Process slide 3 – Timeline view III</vt:lpstr>
      <vt:lpstr>Process slide 4 – Gant chart</vt:lpstr>
      <vt:lpstr>Process slide 5 - Funnel</vt:lpstr>
      <vt:lpstr>Process slide 6 – Hexagon diagram</vt:lpstr>
      <vt:lpstr>Process slide 7: top down</vt:lpstr>
      <vt:lpstr>Screen mockup</vt:lpstr>
      <vt:lpstr>Phone mockup</vt:lpstr>
      <vt:lpstr>Click to edit Master title style</vt:lpstr>
      <vt:lpstr>Slide title with impactful message on one, two  or multiple lines.</vt:lpstr>
      <vt:lpstr>Slide title with impactful message on one, two  or multiple lines.</vt:lpstr>
      <vt:lpstr>PowerPoint Presentation</vt:lpstr>
      <vt:lpstr>Thank you!</vt:lpstr>
      <vt:lpstr>Components</vt:lpstr>
      <vt:lpstr>Components</vt:lpstr>
      <vt:lpstr>Components</vt:lpstr>
      <vt:lpstr>Components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Please add your presentation title here</dc:title>
  <dc:creator>Mireille Adebiyi</dc:creator>
  <cp:lastModifiedBy>Miriam Kuhn</cp:lastModifiedBy>
  <cp:revision>1126</cp:revision>
  <dcterms:created xsi:type="dcterms:W3CDTF">2021-09-08T12:56:07Z</dcterms:created>
  <dcterms:modified xsi:type="dcterms:W3CDTF">2026-05-05T13:56:40Z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0x0101001CD40AD791DB254CAEB9FCBB96E829A3</vt:lpwstr>
  </property>
  <property fmtid="{D5CDD505-2E9C-101B-9397-08002B2CF9AE}" pid="3" name="Order">
    <vt:r8>16120600</vt:r8>
  </property>
  <property fmtid="{D5CDD505-2E9C-101B-9397-08002B2CF9AE}" pid="4" name="MediaServiceImageTags">
    <vt:lpwstr/>
  </property>
</Properties>
</file>